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6" r:id="rId6"/>
    <p:sldMasterId id="2147483668" r:id="rId7"/>
  </p:sldMasterIdLst>
  <p:notesMasterIdLst>
    <p:notesMasterId r:id="rId8"/>
  </p:notesMasterIdLst>
  <p:sldIdLst>
    <p:sldId id="256" r:id="rId9"/>
    <p:sldId id="257" r:id="rId10"/>
    <p:sldId id="258" r:id="rId11"/>
    <p:sldId id="259" r:id="rId12"/>
    <p:sldId id="260" r:id="rId13"/>
  </p:sldIdLst>
  <p:sldSz cy="9144000" cx="6858000"/>
  <p:notesSz cx="6669075" cy="98726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14" roundtripDataSignature="AMtx7mgX1NIqn+s5pTbZ8rHs9wgwWctC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0E58AD-1F7B-402A-A3EE-2EDB90C0901C}">
  <a:tblStyle styleId="{F40E58AD-1F7B-402A-A3EE-2EDB90C0901C}"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FF5E6"/>
          </a:solidFill>
        </a:fill>
      </a:tcStyle>
    </a:wholeTbl>
    <a:band1H>
      <a:tcTxStyle/>
      <a:tcStyle>
        <a:fill>
          <a:solidFill>
            <a:srgbClr val="FFECCA"/>
          </a:solidFill>
        </a:fill>
      </a:tcStyle>
    </a:band1H>
    <a:band2H>
      <a:tcTxStyle/>
    </a:band2H>
    <a:band1V>
      <a:tcTxStyle/>
      <a:tcStyle>
        <a:fill>
          <a:solidFill>
            <a:srgbClr val="FFECC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4"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11725" y="740425"/>
            <a:ext cx="4446250" cy="37022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66900" y="4689500"/>
            <a:ext cx="5335250" cy="4442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notes"/>
          <p:cNvSpPr txBox="1"/>
          <p:nvPr>
            <p:ph idx="1" type="body"/>
          </p:nvPr>
        </p:nvSpPr>
        <p:spPr>
          <a:xfrm>
            <a:off x="666900" y="4689500"/>
            <a:ext cx="5335250" cy="4442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notes"/>
          <p:cNvSpPr/>
          <p:nvPr>
            <p:ph idx="2" type="sldImg"/>
          </p:nvPr>
        </p:nvSpPr>
        <p:spPr>
          <a:xfrm>
            <a:off x="1111725" y="740425"/>
            <a:ext cx="4446250" cy="3702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notes"/>
          <p:cNvSpPr txBox="1"/>
          <p:nvPr>
            <p:ph idx="1" type="body"/>
          </p:nvPr>
        </p:nvSpPr>
        <p:spPr>
          <a:xfrm>
            <a:off x="666900" y="4689500"/>
            <a:ext cx="5335250" cy="4442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notes"/>
          <p:cNvSpPr/>
          <p:nvPr>
            <p:ph idx="2" type="sldImg"/>
          </p:nvPr>
        </p:nvSpPr>
        <p:spPr>
          <a:xfrm>
            <a:off x="1111725" y="740425"/>
            <a:ext cx="4446250" cy="3702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3:notes"/>
          <p:cNvSpPr txBox="1"/>
          <p:nvPr>
            <p:ph idx="1" type="body"/>
          </p:nvPr>
        </p:nvSpPr>
        <p:spPr>
          <a:xfrm>
            <a:off x="666900" y="4689500"/>
            <a:ext cx="5335250" cy="4442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notes"/>
          <p:cNvSpPr/>
          <p:nvPr>
            <p:ph idx="2" type="sldImg"/>
          </p:nvPr>
        </p:nvSpPr>
        <p:spPr>
          <a:xfrm>
            <a:off x="1111725" y="740425"/>
            <a:ext cx="4446250" cy="3702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notes"/>
          <p:cNvSpPr txBox="1"/>
          <p:nvPr>
            <p:ph idx="1" type="body"/>
          </p:nvPr>
        </p:nvSpPr>
        <p:spPr>
          <a:xfrm>
            <a:off x="666900" y="4689500"/>
            <a:ext cx="5335250" cy="4442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notes"/>
          <p:cNvSpPr/>
          <p:nvPr>
            <p:ph idx="2" type="sldImg"/>
          </p:nvPr>
        </p:nvSpPr>
        <p:spPr>
          <a:xfrm>
            <a:off x="1111725" y="740425"/>
            <a:ext cx="4446250" cy="3702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5:notes"/>
          <p:cNvSpPr txBox="1"/>
          <p:nvPr>
            <p:ph idx="1" type="body"/>
          </p:nvPr>
        </p:nvSpPr>
        <p:spPr>
          <a:xfrm>
            <a:off x="666900" y="4689500"/>
            <a:ext cx="5335250" cy="4442675"/>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5:notes"/>
          <p:cNvSpPr/>
          <p:nvPr>
            <p:ph idx="2" type="sldImg"/>
          </p:nvPr>
        </p:nvSpPr>
        <p:spPr>
          <a:xfrm>
            <a:off x="1111725" y="740425"/>
            <a:ext cx="4446250" cy="3702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2.png"/><Relationship Id="rId4" Type="http://schemas.openxmlformats.org/officeDocument/2006/relationships/image" Target="../media/image24.png"/><Relationship Id="rId11" Type="http://schemas.openxmlformats.org/officeDocument/2006/relationships/image" Target="../media/image13.png"/><Relationship Id="rId10" Type="http://schemas.openxmlformats.org/officeDocument/2006/relationships/image" Target="../media/image9.png"/><Relationship Id="rId12" Type="http://schemas.openxmlformats.org/officeDocument/2006/relationships/image" Target="../media/image20.png"/><Relationship Id="rId9"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image" Target="../media/image1.png"/><Relationship Id="rId7" Type="http://schemas.openxmlformats.org/officeDocument/2006/relationships/image" Target="../media/image27.png"/><Relationship Id="rId8"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9.png"/><Relationship Id="rId4" Type="http://schemas.openxmlformats.org/officeDocument/2006/relationships/image" Target="../media/image7.jpg"/><Relationship Id="rId9" Type="http://schemas.openxmlformats.org/officeDocument/2006/relationships/image" Target="../media/image29.png"/><Relationship Id="rId5" Type="http://schemas.openxmlformats.org/officeDocument/2006/relationships/image" Target="../media/image16.jp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1.png"/><Relationship Id="rId4" Type="http://schemas.openxmlformats.org/officeDocument/2006/relationships/image" Target="../media/image31.png"/><Relationship Id="rId11" Type="http://schemas.openxmlformats.org/officeDocument/2006/relationships/image" Target="../media/image28.png"/><Relationship Id="rId10" Type="http://schemas.openxmlformats.org/officeDocument/2006/relationships/image" Target="../media/image23.png"/><Relationship Id="rId9"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17.png"/><Relationship Id="rId7" Type="http://schemas.openxmlformats.org/officeDocument/2006/relationships/image" Target="../media/image26.png"/><Relationship Id="rId8" Type="http://schemas.openxmlformats.org/officeDocument/2006/relationships/image" Target="../media/image3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p:cSld name="Slide de título">
    <p:spTree>
      <p:nvGrpSpPr>
        <p:cNvPr id="14" name="Shape 14"/>
        <p:cNvGrpSpPr/>
        <p:nvPr/>
      </p:nvGrpSpPr>
      <p:grpSpPr>
        <a:xfrm>
          <a:off x="0" y="0"/>
          <a:ext cx="0" cy="0"/>
          <a:chOff x="0" y="0"/>
          <a:chExt cx="0" cy="0"/>
        </a:xfrm>
      </p:grpSpPr>
      <p:sp>
        <p:nvSpPr>
          <p:cNvPr id="15" name="Google Shape;15;p7"/>
          <p:cNvSpPr/>
          <p:nvPr/>
        </p:nvSpPr>
        <p:spPr>
          <a:xfrm>
            <a:off x="0" y="999801"/>
            <a:ext cx="6866256" cy="314325"/>
          </a:xfrm>
          <a:prstGeom prst="roundRect">
            <a:avLst>
              <a:gd fmla="val 16667" name="adj"/>
            </a:avLst>
          </a:prstGeom>
          <a:solidFill>
            <a:srgbClr val="B10F2A"/>
          </a:solidFill>
          <a:ln cap="flat" cmpd="sng" w="25400">
            <a:solidFill>
              <a:srgbClr val="7621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1" i="0" lang="pt-BR" sz="1200" u="none" cap="none" strike="noStrike">
                <a:solidFill>
                  <a:schemeClr val="lt1"/>
                </a:solidFill>
                <a:latin typeface="Arial"/>
                <a:ea typeface="Arial"/>
                <a:cs typeface="Arial"/>
                <a:sym typeface="Arial"/>
              </a:rPr>
              <a:t>RELATÓRIO TÉCNICO – ANÁLISE DE “COMPRESSOR” PARA GARANTIA LCAC E RAC  </a:t>
            </a:r>
            <a:endParaRPr b="0" i="0" sz="1100" u="none" cap="none" strike="noStrike">
              <a:solidFill>
                <a:schemeClr val="lt1"/>
              </a:solidFill>
              <a:latin typeface="Calibri"/>
              <a:ea typeface="Calibri"/>
              <a:cs typeface="Calibri"/>
              <a:sym typeface="Calibri"/>
            </a:endParaRPr>
          </a:p>
        </p:txBody>
      </p:sp>
      <p:sp>
        <p:nvSpPr>
          <p:cNvPr id="16" name="Google Shape;16;p7"/>
          <p:cNvSpPr/>
          <p:nvPr/>
        </p:nvSpPr>
        <p:spPr>
          <a:xfrm>
            <a:off x="0" y="1362386"/>
            <a:ext cx="3341053" cy="285750"/>
          </a:xfrm>
          <a:prstGeom prst="roundRect">
            <a:avLst>
              <a:gd fmla="val 16667" name="adj"/>
            </a:avLst>
          </a:prstGeom>
          <a:solidFill>
            <a:srgbClr val="B10F2A"/>
          </a:solidFill>
          <a:ln cap="flat" cmpd="sng" w="25400">
            <a:solidFill>
              <a:srgbClr val="B232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1" i="0" lang="pt-BR" sz="1000" u="none" cap="none" strike="noStrike">
                <a:solidFill>
                  <a:schemeClr val="lt1"/>
                </a:solidFill>
                <a:latin typeface="Arial"/>
                <a:ea typeface="Arial"/>
                <a:cs typeface="Arial"/>
                <a:sym typeface="Arial"/>
              </a:rPr>
              <a:t>CANAL:  ASD / ASI  - DISTRIBUIDOR / REVENDA</a:t>
            </a:r>
            <a:endParaRPr b="0" i="0" sz="1100" u="none" cap="none" strike="noStrike">
              <a:solidFill>
                <a:schemeClr val="lt1"/>
              </a:solidFill>
              <a:latin typeface="Calibri"/>
              <a:ea typeface="Calibri"/>
              <a:cs typeface="Calibri"/>
              <a:sym typeface="Calibri"/>
            </a:endParaRPr>
          </a:p>
        </p:txBody>
      </p:sp>
      <p:sp>
        <p:nvSpPr>
          <p:cNvPr id="17" name="Google Shape;17;p7"/>
          <p:cNvSpPr/>
          <p:nvPr/>
        </p:nvSpPr>
        <p:spPr>
          <a:xfrm>
            <a:off x="3385503" y="1362386"/>
            <a:ext cx="3472497" cy="285750"/>
          </a:xfrm>
          <a:prstGeom prst="roundRect">
            <a:avLst>
              <a:gd fmla="val 16667" name="adj"/>
            </a:avLst>
          </a:prstGeom>
          <a:solidFill>
            <a:srgbClr val="B10F2A"/>
          </a:solidFill>
          <a:ln cap="flat" cmpd="sng" w="25400">
            <a:solidFill>
              <a:srgbClr val="B2321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None/>
            </a:pPr>
            <a:r>
              <a:rPr b="1" i="0" lang="pt-BR" sz="1000" u="none" cap="none" strike="noStrike">
                <a:solidFill>
                  <a:schemeClr val="lt1"/>
                </a:solidFill>
                <a:latin typeface="Arial"/>
                <a:ea typeface="Arial"/>
                <a:cs typeface="Arial"/>
                <a:sym typeface="Arial"/>
              </a:rPr>
              <a:t>DATA APLICADA: 05/07/2021</a:t>
            </a:r>
            <a:endParaRPr b="0" i="0" sz="1100" u="none" cap="none" strike="noStrike">
              <a:solidFill>
                <a:schemeClr val="lt1"/>
              </a:solidFill>
              <a:latin typeface="Calibri"/>
              <a:ea typeface="Calibri"/>
              <a:cs typeface="Calibri"/>
              <a:sym typeface="Calibri"/>
            </a:endParaRPr>
          </a:p>
        </p:txBody>
      </p:sp>
      <p:sp>
        <p:nvSpPr>
          <p:cNvPr id="18" name="Google Shape;18;p7"/>
          <p:cNvSpPr txBox="1"/>
          <p:nvPr/>
        </p:nvSpPr>
        <p:spPr>
          <a:xfrm>
            <a:off x="306006" y="2721564"/>
            <a:ext cx="3140924"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pt-BR" sz="1400" u="none" cap="none" strike="noStrike">
                <a:solidFill>
                  <a:schemeClr val="dk1"/>
                </a:solidFill>
                <a:latin typeface="Calibri"/>
                <a:ea typeface="Calibri"/>
                <a:cs typeface="Calibri"/>
                <a:sym typeface="Calibri"/>
              </a:rPr>
              <a:t>DADOS DA REVENDA E DO INSTALADOR</a:t>
            </a:r>
            <a:endParaRPr b="1" sz="1400">
              <a:solidFill>
                <a:schemeClr val="dk1"/>
              </a:solidFill>
              <a:latin typeface="Calibri"/>
              <a:ea typeface="Calibri"/>
              <a:cs typeface="Calibri"/>
              <a:sym typeface="Calibri"/>
            </a:endParaRPr>
          </a:p>
        </p:txBody>
      </p:sp>
      <p:sp>
        <p:nvSpPr>
          <p:cNvPr id="19" name="Google Shape;19;p7"/>
          <p:cNvSpPr txBox="1"/>
          <p:nvPr/>
        </p:nvSpPr>
        <p:spPr>
          <a:xfrm>
            <a:off x="141537" y="3004866"/>
            <a:ext cx="172021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  Nome</a:t>
            </a:r>
            <a:r>
              <a:rPr b="0" lang="pt-BR" sz="1200">
                <a:solidFill>
                  <a:schemeClr val="dk1"/>
                </a:solidFill>
                <a:latin typeface="Calibri"/>
                <a:ea typeface="Calibri"/>
                <a:cs typeface="Calibri"/>
                <a:sym typeface="Calibri"/>
              </a:rPr>
              <a:t> da Revenda        :</a:t>
            </a:r>
            <a:endParaRPr b="0" sz="1200">
              <a:solidFill>
                <a:schemeClr val="dk1"/>
              </a:solidFill>
              <a:latin typeface="Calibri"/>
              <a:ea typeface="Calibri"/>
              <a:cs typeface="Calibri"/>
              <a:sym typeface="Calibri"/>
            </a:endParaRPr>
          </a:p>
        </p:txBody>
      </p:sp>
      <p:sp>
        <p:nvSpPr>
          <p:cNvPr id="20" name="Google Shape;20;p7"/>
          <p:cNvSpPr txBox="1"/>
          <p:nvPr/>
        </p:nvSpPr>
        <p:spPr>
          <a:xfrm>
            <a:off x="122487" y="3392266"/>
            <a:ext cx="172996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  BR da ASD</a:t>
            </a:r>
            <a:r>
              <a:rPr b="0" lang="pt-BR" sz="1200">
                <a:solidFill>
                  <a:schemeClr val="dk1"/>
                </a:solidFill>
                <a:latin typeface="Calibri"/>
                <a:ea typeface="Calibri"/>
                <a:cs typeface="Calibri"/>
                <a:sym typeface="Calibri"/>
              </a:rPr>
              <a:t> / ASI             :</a:t>
            </a:r>
            <a:endParaRPr b="0" sz="1200">
              <a:solidFill>
                <a:schemeClr val="dk1"/>
              </a:solidFill>
              <a:latin typeface="Calibri"/>
              <a:ea typeface="Calibri"/>
              <a:cs typeface="Calibri"/>
              <a:sym typeface="Calibri"/>
            </a:endParaRPr>
          </a:p>
        </p:txBody>
      </p:sp>
      <p:sp>
        <p:nvSpPr>
          <p:cNvPr id="21" name="Google Shape;21;p7"/>
          <p:cNvSpPr txBox="1"/>
          <p:nvPr/>
        </p:nvSpPr>
        <p:spPr>
          <a:xfrm>
            <a:off x="133205" y="3787131"/>
            <a:ext cx="171361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  Dados</a:t>
            </a:r>
            <a:r>
              <a:rPr b="0" lang="pt-BR" sz="1200">
                <a:solidFill>
                  <a:schemeClr val="dk1"/>
                </a:solidFill>
                <a:latin typeface="Calibri"/>
                <a:ea typeface="Calibri"/>
                <a:cs typeface="Calibri"/>
                <a:sym typeface="Calibri"/>
              </a:rPr>
              <a:t> da Instaladora   :</a:t>
            </a:r>
            <a:endParaRPr b="0" sz="1200">
              <a:solidFill>
                <a:schemeClr val="dk1"/>
              </a:solidFill>
              <a:latin typeface="Calibri"/>
              <a:ea typeface="Calibri"/>
              <a:cs typeface="Calibri"/>
              <a:sym typeface="Calibri"/>
            </a:endParaRPr>
          </a:p>
        </p:txBody>
      </p:sp>
      <p:sp>
        <p:nvSpPr>
          <p:cNvPr id="22" name="Google Shape;22;p7"/>
          <p:cNvSpPr txBox="1"/>
          <p:nvPr/>
        </p:nvSpPr>
        <p:spPr>
          <a:xfrm>
            <a:off x="128336" y="4181996"/>
            <a:ext cx="175682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  Dados</a:t>
            </a:r>
            <a:r>
              <a:rPr b="0" lang="pt-BR" sz="1200">
                <a:solidFill>
                  <a:schemeClr val="dk1"/>
                </a:solidFill>
                <a:latin typeface="Calibri"/>
                <a:ea typeface="Calibri"/>
                <a:cs typeface="Calibri"/>
                <a:sym typeface="Calibri"/>
              </a:rPr>
              <a:t> do Instalador     :</a:t>
            </a:r>
            <a:endParaRPr b="0" sz="1200">
              <a:solidFill>
                <a:schemeClr val="dk1"/>
              </a:solidFill>
              <a:latin typeface="Calibri"/>
              <a:ea typeface="Calibri"/>
              <a:cs typeface="Calibri"/>
              <a:sym typeface="Calibri"/>
            </a:endParaRPr>
          </a:p>
        </p:txBody>
      </p:sp>
      <p:sp>
        <p:nvSpPr>
          <p:cNvPr id="23" name="Google Shape;23;p7"/>
          <p:cNvSpPr txBox="1"/>
          <p:nvPr/>
        </p:nvSpPr>
        <p:spPr>
          <a:xfrm>
            <a:off x="126157" y="4590600"/>
            <a:ext cx="172098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  Telefone</a:t>
            </a:r>
            <a:r>
              <a:rPr b="0" lang="pt-BR" sz="1200">
                <a:solidFill>
                  <a:schemeClr val="dk1"/>
                </a:solidFill>
                <a:latin typeface="Calibri"/>
                <a:ea typeface="Calibri"/>
                <a:cs typeface="Calibri"/>
                <a:sym typeface="Calibri"/>
              </a:rPr>
              <a:t> do Instalador :</a:t>
            </a:r>
            <a:endParaRPr b="0" sz="1200">
              <a:solidFill>
                <a:schemeClr val="dk1"/>
              </a:solidFill>
              <a:latin typeface="Calibri"/>
              <a:ea typeface="Calibri"/>
              <a:cs typeface="Calibri"/>
              <a:sym typeface="Calibri"/>
            </a:endParaRPr>
          </a:p>
        </p:txBody>
      </p:sp>
      <p:sp>
        <p:nvSpPr>
          <p:cNvPr id="24" name="Google Shape;24;p7"/>
          <p:cNvSpPr/>
          <p:nvPr/>
        </p:nvSpPr>
        <p:spPr>
          <a:xfrm>
            <a:off x="2028591" y="3003375"/>
            <a:ext cx="4568761"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5" name="Google Shape;25;p7"/>
          <p:cNvSpPr/>
          <p:nvPr/>
        </p:nvSpPr>
        <p:spPr>
          <a:xfrm>
            <a:off x="2015051" y="3383894"/>
            <a:ext cx="1845998"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6" name="Google Shape;26;p7"/>
          <p:cNvSpPr/>
          <p:nvPr/>
        </p:nvSpPr>
        <p:spPr>
          <a:xfrm>
            <a:off x="2028592" y="3787454"/>
            <a:ext cx="4568760"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lt1"/>
                </a:solidFill>
                <a:latin typeface="Calibri"/>
                <a:ea typeface="Calibri"/>
                <a:cs typeface="Calibri"/>
                <a:sym typeface="Calibri"/>
              </a:rPr>
              <a:t>‘</a:t>
            </a:r>
            <a:endParaRPr sz="1200">
              <a:solidFill>
                <a:schemeClr val="lt1"/>
              </a:solidFill>
              <a:latin typeface="Calibri"/>
              <a:ea typeface="Calibri"/>
              <a:cs typeface="Calibri"/>
              <a:sym typeface="Calibri"/>
            </a:endParaRPr>
          </a:p>
        </p:txBody>
      </p:sp>
      <p:sp>
        <p:nvSpPr>
          <p:cNvPr id="27" name="Google Shape;27;p7"/>
          <p:cNvSpPr/>
          <p:nvPr/>
        </p:nvSpPr>
        <p:spPr>
          <a:xfrm>
            <a:off x="2028191" y="4194179"/>
            <a:ext cx="4569161"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8" name="Google Shape;28;p7"/>
          <p:cNvSpPr/>
          <p:nvPr/>
        </p:nvSpPr>
        <p:spPr>
          <a:xfrm>
            <a:off x="2028592" y="4592148"/>
            <a:ext cx="4568760"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29" name="Google Shape;29;p7"/>
          <p:cNvSpPr/>
          <p:nvPr/>
        </p:nvSpPr>
        <p:spPr>
          <a:xfrm>
            <a:off x="217714" y="1778769"/>
            <a:ext cx="6451646" cy="888232"/>
          </a:xfrm>
          <a:prstGeom prst="rect">
            <a:avLst/>
          </a:prstGeom>
          <a:solidFill>
            <a:srgbClr val="FFFF00"/>
          </a:solidFill>
          <a:ln cap="flat" cmpd="sng" w="666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30" name="Google Shape;30;p7"/>
          <p:cNvSpPr txBox="1"/>
          <p:nvPr/>
        </p:nvSpPr>
        <p:spPr>
          <a:xfrm>
            <a:off x="291859" y="1867668"/>
            <a:ext cx="6305494" cy="738664"/>
          </a:xfrm>
          <a:prstGeom prst="rect">
            <a:avLst/>
          </a:prstGeom>
          <a:solidFill>
            <a:srgbClr val="FFFF00"/>
          </a:solidFill>
          <a:ln cap="flat" cmpd="sng" w="1905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just">
              <a:spcBef>
                <a:spcPts val="0"/>
              </a:spcBef>
              <a:spcAft>
                <a:spcPts val="0"/>
              </a:spcAft>
              <a:buNone/>
            </a:pPr>
            <a:r>
              <a:rPr b="1" lang="pt-BR" sz="1400">
                <a:solidFill>
                  <a:schemeClr val="dk1"/>
                </a:solidFill>
                <a:latin typeface="Calibri"/>
                <a:ea typeface="Calibri"/>
                <a:cs typeface="Calibri"/>
                <a:sym typeface="Calibri"/>
              </a:rPr>
              <a:t>	</a:t>
            </a:r>
            <a:br>
              <a:rPr b="1" lang="pt-BR" sz="1400">
                <a:solidFill>
                  <a:schemeClr val="dk1"/>
                </a:solidFill>
                <a:latin typeface="Calibri"/>
                <a:ea typeface="Calibri"/>
                <a:cs typeface="Calibri"/>
                <a:sym typeface="Calibri"/>
              </a:rPr>
            </a:br>
            <a:r>
              <a:rPr b="1" lang="pt-BR" sz="1400">
                <a:solidFill>
                  <a:schemeClr val="dk1"/>
                </a:solidFill>
                <a:latin typeface="Calibri"/>
                <a:ea typeface="Calibri"/>
                <a:cs typeface="Calibri"/>
                <a:sym typeface="Calibri"/>
              </a:rPr>
              <a:t>Pa</a:t>
            </a:r>
            <a:r>
              <a:rPr b="1" lang="pt-BR" sz="1400">
                <a:solidFill>
                  <a:schemeClr val="dk1"/>
                </a:solidFill>
                <a:latin typeface="Calibri"/>
                <a:ea typeface="Calibri"/>
                <a:cs typeface="Calibri"/>
                <a:sym typeface="Calibri"/>
              </a:rPr>
              <a:t>ra a solicitação da Garantia é obrigatório o preenchimento completo deste relatório . O mesmo auxilia a análise do problema.</a:t>
            </a:r>
            <a:endParaRPr b="1" sz="1400">
              <a:solidFill>
                <a:schemeClr val="dk1"/>
              </a:solidFill>
              <a:latin typeface="Calibri"/>
              <a:ea typeface="Calibri"/>
              <a:cs typeface="Calibri"/>
              <a:sym typeface="Calibri"/>
            </a:endParaRPr>
          </a:p>
        </p:txBody>
      </p:sp>
      <p:sp>
        <p:nvSpPr>
          <p:cNvPr id="31" name="Google Shape;31;p7"/>
          <p:cNvSpPr/>
          <p:nvPr/>
        </p:nvSpPr>
        <p:spPr>
          <a:xfrm>
            <a:off x="291858" y="1842621"/>
            <a:ext cx="6305495" cy="225666"/>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pt-BR" sz="1400">
                <a:solidFill>
                  <a:srgbClr val="FFFF00"/>
                </a:solidFill>
                <a:latin typeface="Calibri"/>
                <a:ea typeface="Calibri"/>
                <a:cs typeface="Calibri"/>
                <a:sym typeface="Calibri"/>
              </a:rPr>
              <a:t>ATENÇÃO</a:t>
            </a:r>
            <a:endParaRPr b="1" sz="1400">
              <a:solidFill>
                <a:srgbClr val="FFFF00"/>
              </a:solidFill>
              <a:latin typeface="Calibri"/>
              <a:ea typeface="Calibri"/>
              <a:cs typeface="Calibri"/>
              <a:sym typeface="Calibri"/>
            </a:endParaRPr>
          </a:p>
        </p:txBody>
      </p:sp>
      <p:sp>
        <p:nvSpPr>
          <p:cNvPr id="32" name="Google Shape;32;p7"/>
          <p:cNvSpPr txBox="1"/>
          <p:nvPr/>
        </p:nvSpPr>
        <p:spPr>
          <a:xfrm>
            <a:off x="303021" y="4947323"/>
            <a:ext cx="1680845"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400">
                <a:solidFill>
                  <a:schemeClr val="dk1"/>
                </a:solidFill>
                <a:latin typeface="Calibri"/>
                <a:ea typeface="Calibri"/>
                <a:cs typeface="Calibri"/>
                <a:sym typeface="Calibri"/>
              </a:rPr>
              <a:t>DADOS DO</a:t>
            </a:r>
            <a:r>
              <a:rPr b="1" lang="pt-BR" sz="1400">
                <a:solidFill>
                  <a:schemeClr val="dk1"/>
                </a:solidFill>
                <a:latin typeface="Calibri"/>
                <a:ea typeface="Calibri"/>
                <a:cs typeface="Calibri"/>
                <a:sym typeface="Calibri"/>
              </a:rPr>
              <a:t> CLIENTE </a:t>
            </a:r>
            <a:endParaRPr b="1" sz="1400">
              <a:solidFill>
                <a:schemeClr val="dk1"/>
              </a:solidFill>
              <a:latin typeface="Calibri"/>
              <a:ea typeface="Calibri"/>
              <a:cs typeface="Calibri"/>
              <a:sym typeface="Calibri"/>
            </a:endParaRPr>
          </a:p>
        </p:txBody>
      </p:sp>
      <p:sp>
        <p:nvSpPr>
          <p:cNvPr id="33" name="Google Shape;33;p7"/>
          <p:cNvSpPr txBox="1"/>
          <p:nvPr/>
        </p:nvSpPr>
        <p:spPr>
          <a:xfrm>
            <a:off x="178369" y="5230698"/>
            <a:ext cx="187351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 Nome</a:t>
            </a:r>
            <a:r>
              <a:rPr b="0" lang="pt-BR" sz="1200">
                <a:solidFill>
                  <a:schemeClr val="dk1"/>
                </a:solidFill>
                <a:latin typeface="Calibri"/>
                <a:ea typeface="Calibri"/>
                <a:cs typeface="Calibri"/>
                <a:sym typeface="Calibri"/>
              </a:rPr>
              <a:t> do Cliente          :</a:t>
            </a:r>
            <a:endParaRPr b="0" sz="1200">
              <a:solidFill>
                <a:schemeClr val="dk1"/>
              </a:solidFill>
              <a:latin typeface="Calibri"/>
              <a:ea typeface="Calibri"/>
              <a:cs typeface="Calibri"/>
              <a:sym typeface="Calibri"/>
            </a:endParaRPr>
          </a:p>
        </p:txBody>
      </p:sp>
      <p:sp>
        <p:nvSpPr>
          <p:cNvPr id="34" name="Google Shape;34;p7"/>
          <p:cNvSpPr txBox="1"/>
          <p:nvPr/>
        </p:nvSpPr>
        <p:spPr>
          <a:xfrm>
            <a:off x="225343" y="5618098"/>
            <a:ext cx="162095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Endereço do Cliente    </a:t>
            </a:r>
            <a:r>
              <a:rPr b="0" lang="pt-BR" sz="1200">
                <a:solidFill>
                  <a:schemeClr val="dk1"/>
                </a:solidFill>
                <a:latin typeface="Calibri"/>
                <a:ea typeface="Calibri"/>
                <a:cs typeface="Calibri"/>
                <a:sym typeface="Calibri"/>
              </a:rPr>
              <a:t>:</a:t>
            </a:r>
            <a:endParaRPr b="0" sz="1200">
              <a:solidFill>
                <a:schemeClr val="dk1"/>
              </a:solidFill>
              <a:latin typeface="Calibri"/>
              <a:ea typeface="Calibri"/>
              <a:cs typeface="Calibri"/>
              <a:sym typeface="Calibri"/>
            </a:endParaRPr>
          </a:p>
        </p:txBody>
      </p:sp>
      <p:sp>
        <p:nvSpPr>
          <p:cNvPr id="35" name="Google Shape;35;p7"/>
          <p:cNvSpPr txBox="1"/>
          <p:nvPr/>
        </p:nvSpPr>
        <p:spPr>
          <a:xfrm>
            <a:off x="194264" y="6012963"/>
            <a:ext cx="164532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Complemento               </a:t>
            </a:r>
            <a:r>
              <a:rPr b="0" lang="pt-BR" sz="1200">
                <a:solidFill>
                  <a:schemeClr val="dk1"/>
                </a:solidFill>
                <a:latin typeface="Calibri"/>
                <a:ea typeface="Calibri"/>
                <a:cs typeface="Calibri"/>
                <a:sym typeface="Calibri"/>
              </a:rPr>
              <a:t>:</a:t>
            </a:r>
            <a:endParaRPr b="0" sz="1200">
              <a:solidFill>
                <a:schemeClr val="dk1"/>
              </a:solidFill>
              <a:latin typeface="Calibri"/>
              <a:ea typeface="Calibri"/>
              <a:cs typeface="Calibri"/>
              <a:sym typeface="Calibri"/>
            </a:endParaRPr>
          </a:p>
        </p:txBody>
      </p:sp>
      <p:sp>
        <p:nvSpPr>
          <p:cNvPr id="36" name="Google Shape;36;p7"/>
          <p:cNvSpPr txBox="1"/>
          <p:nvPr/>
        </p:nvSpPr>
        <p:spPr>
          <a:xfrm>
            <a:off x="237251" y="6816432"/>
            <a:ext cx="160127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Telefone</a:t>
            </a:r>
            <a:r>
              <a:rPr b="0" lang="pt-BR" sz="1200">
                <a:solidFill>
                  <a:schemeClr val="dk1"/>
                </a:solidFill>
                <a:latin typeface="Calibri"/>
                <a:ea typeface="Calibri"/>
                <a:cs typeface="Calibri"/>
                <a:sym typeface="Calibri"/>
              </a:rPr>
              <a:t> do Cliente     :</a:t>
            </a:r>
            <a:endParaRPr b="0" sz="1200">
              <a:solidFill>
                <a:schemeClr val="dk1"/>
              </a:solidFill>
              <a:latin typeface="Calibri"/>
              <a:ea typeface="Calibri"/>
              <a:cs typeface="Calibri"/>
              <a:sym typeface="Calibri"/>
            </a:endParaRPr>
          </a:p>
        </p:txBody>
      </p:sp>
      <p:sp>
        <p:nvSpPr>
          <p:cNvPr id="37" name="Google Shape;37;p7"/>
          <p:cNvSpPr/>
          <p:nvPr/>
        </p:nvSpPr>
        <p:spPr>
          <a:xfrm>
            <a:off x="2015050" y="5229207"/>
            <a:ext cx="4582302"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38" name="Google Shape;38;p7"/>
          <p:cNvSpPr/>
          <p:nvPr/>
        </p:nvSpPr>
        <p:spPr>
          <a:xfrm>
            <a:off x="2015050" y="5609726"/>
            <a:ext cx="4582302"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39" name="Google Shape;39;p7"/>
          <p:cNvSpPr/>
          <p:nvPr/>
        </p:nvSpPr>
        <p:spPr>
          <a:xfrm>
            <a:off x="2015049" y="6013286"/>
            <a:ext cx="2566079"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lt1"/>
                </a:solidFill>
                <a:latin typeface="Calibri"/>
                <a:ea typeface="Calibri"/>
                <a:cs typeface="Calibri"/>
                <a:sym typeface="Calibri"/>
              </a:rPr>
              <a:t>‘</a:t>
            </a:r>
            <a:endParaRPr sz="1200">
              <a:solidFill>
                <a:schemeClr val="lt1"/>
              </a:solidFill>
              <a:latin typeface="Calibri"/>
              <a:ea typeface="Calibri"/>
              <a:cs typeface="Calibri"/>
              <a:sym typeface="Calibri"/>
            </a:endParaRPr>
          </a:p>
        </p:txBody>
      </p:sp>
      <p:sp>
        <p:nvSpPr>
          <p:cNvPr id="40" name="Google Shape;40;p7"/>
          <p:cNvSpPr/>
          <p:nvPr/>
        </p:nvSpPr>
        <p:spPr>
          <a:xfrm>
            <a:off x="2015049" y="6420011"/>
            <a:ext cx="4582304"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41" name="Google Shape;41;p7"/>
          <p:cNvSpPr/>
          <p:nvPr/>
        </p:nvSpPr>
        <p:spPr>
          <a:xfrm>
            <a:off x="2015050" y="6817980"/>
            <a:ext cx="4582302"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42" name="Google Shape;42;p7"/>
          <p:cNvSpPr txBox="1"/>
          <p:nvPr/>
        </p:nvSpPr>
        <p:spPr>
          <a:xfrm>
            <a:off x="4589682" y="6009182"/>
            <a:ext cx="48244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CEP.</a:t>
            </a:r>
            <a:r>
              <a:rPr b="0" lang="pt-BR" sz="1200">
                <a:solidFill>
                  <a:schemeClr val="dk1"/>
                </a:solidFill>
                <a:latin typeface="Calibri"/>
                <a:ea typeface="Calibri"/>
                <a:cs typeface="Calibri"/>
                <a:sym typeface="Calibri"/>
              </a:rPr>
              <a:t>:</a:t>
            </a:r>
            <a:endParaRPr b="0" sz="1200">
              <a:solidFill>
                <a:schemeClr val="dk1"/>
              </a:solidFill>
              <a:latin typeface="Calibri"/>
              <a:ea typeface="Calibri"/>
              <a:cs typeface="Calibri"/>
              <a:sym typeface="Calibri"/>
            </a:endParaRPr>
          </a:p>
        </p:txBody>
      </p:sp>
      <p:sp>
        <p:nvSpPr>
          <p:cNvPr id="43" name="Google Shape;43;p7"/>
          <p:cNvSpPr/>
          <p:nvPr/>
        </p:nvSpPr>
        <p:spPr>
          <a:xfrm>
            <a:off x="5124938" y="5995468"/>
            <a:ext cx="1472414"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44" name="Google Shape;44;p7"/>
          <p:cNvSpPr txBox="1"/>
          <p:nvPr/>
        </p:nvSpPr>
        <p:spPr>
          <a:xfrm>
            <a:off x="213257" y="6407827"/>
            <a:ext cx="162698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Cidade / Estado            :</a:t>
            </a:r>
            <a:endParaRPr b="0" sz="1200">
              <a:solidFill>
                <a:schemeClr val="dk1"/>
              </a:solidFill>
              <a:latin typeface="Calibri"/>
              <a:ea typeface="Calibri"/>
              <a:cs typeface="Calibri"/>
              <a:sym typeface="Calibri"/>
            </a:endParaRPr>
          </a:p>
        </p:txBody>
      </p:sp>
      <p:sp>
        <p:nvSpPr>
          <p:cNvPr id="45" name="Google Shape;45;p7"/>
          <p:cNvSpPr txBox="1"/>
          <p:nvPr/>
        </p:nvSpPr>
        <p:spPr>
          <a:xfrm>
            <a:off x="304069" y="7164288"/>
            <a:ext cx="179292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400">
                <a:solidFill>
                  <a:schemeClr val="dk1"/>
                </a:solidFill>
                <a:latin typeface="Calibri"/>
                <a:ea typeface="Calibri"/>
                <a:cs typeface="Calibri"/>
                <a:sym typeface="Calibri"/>
              </a:rPr>
              <a:t>DADOS DO</a:t>
            </a:r>
            <a:r>
              <a:rPr b="1" lang="pt-BR" sz="1400">
                <a:solidFill>
                  <a:schemeClr val="dk1"/>
                </a:solidFill>
                <a:latin typeface="Calibri"/>
                <a:ea typeface="Calibri"/>
                <a:cs typeface="Calibri"/>
                <a:sym typeface="Calibri"/>
              </a:rPr>
              <a:t> PRODUTO</a:t>
            </a:r>
            <a:endParaRPr b="1" sz="1400">
              <a:solidFill>
                <a:schemeClr val="dk1"/>
              </a:solidFill>
              <a:latin typeface="Calibri"/>
              <a:ea typeface="Calibri"/>
              <a:cs typeface="Calibri"/>
              <a:sym typeface="Calibri"/>
            </a:endParaRPr>
          </a:p>
        </p:txBody>
      </p:sp>
      <p:sp>
        <p:nvSpPr>
          <p:cNvPr id="46" name="Google Shape;46;p7"/>
          <p:cNvSpPr txBox="1"/>
          <p:nvPr/>
        </p:nvSpPr>
        <p:spPr>
          <a:xfrm>
            <a:off x="220321" y="7469074"/>
            <a:ext cx="13658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Modelo da</a:t>
            </a:r>
            <a:endParaRPr/>
          </a:p>
          <a:p>
            <a:pPr indent="0" lvl="0" marL="0" marR="0" rtl="0" algn="l">
              <a:spcBef>
                <a:spcPts val="0"/>
              </a:spcBef>
              <a:spcAft>
                <a:spcPts val="0"/>
              </a:spcAft>
              <a:buNone/>
            </a:pPr>
            <a:r>
              <a:rPr b="0" lang="pt-BR" sz="1200">
                <a:solidFill>
                  <a:schemeClr val="dk1"/>
                </a:solidFill>
                <a:latin typeface="Calibri"/>
                <a:ea typeface="Calibri"/>
                <a:cs typeface="Calibri"/>
                <a:sym typeface="Calibri"/>
              </a:rPr>
              <a:t>Condensadora       :</a:t>
            </a:r>
            <a:endParaRPr b="0" sz="1200">
              <a:solidFill>
                <a:schemeClr val="dk1"/>
              </a:solidFill>
              <a:latin typeface="Calibri"/>
              <a:ea typeface="Calibri"/>
              <a:cs typeface="Calibri"/>
              <a:sym typeface="Calibri"/>
            </a:endParaRPr>
          </a:p>
        </p:txBody>
      </p:sp>
      <p:sp>
        <p:nvSpPr>
          <p:cNvPr id="47" name="Google Shape;47;p7"/>
          <p:cNvSpPr txBox="1"/>
          <p:nvPr/>
        </p:nvSpPr>
        <p:spPr>
          <a:xfrm>
            <a:off x="3645024" y="7468605"/>
            <a:ext cx="97815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Número </a:t>
            </a:r>
            <a:endParaRPr/>
          </a:p>
          <a:p>
            <a:pPr indent="0" lvl="0" marL="0" marR="0" rtl="0" algn="l">
              <a:spcBef>
                <a:spcPts val="0"/>
              </a:spcBef>
              <a:spcAft>
                <a:spcPts val="0"/>
              </a:spcAft>
              <a:buNone/>
            </a:pPr>
            <a:r>
              <a:rPr b="0" lang="pt-BR" sz="1200">
                <a:solidFill>
                  <a:schemeClr val="dk1"/>
                </a:solidFill>
                <a:latin typeface="Calibri"/>
                <a:ea typeface="Calibri"/>
                <a:cs typeface="Calibri"/>
                <a:sym typeface="Calibri"/>
              </a:rPr>
              <a:t>de Série       </a:t>
            </a:r>
            <a:r>
              <a:rPr b="0" lang="pt-BR" sz="1200">
                <a:solidFill>
                  <a:schemeClr val="dk1"/>
                </a:solidFill>
                <a:latin typeface="Calibri"/>
                <a:ea typeface="Calibri"/>
                <a:cs typeface="Calibri"/>
                <a:sym typeface="Calibri"/>
              </a:rPr>
              <a:t>:</a:t>
            </a:r>
            <a:endParaRPr b="0" sz="1200">
              <a:solidFill>
                <a:schemeClr val="dk1"/>
              </a:solidFill>
              <a:latin typeface="Calibri"/>
              <a:ea typeface="Calibri"/>
              <a:cs typeface="Calibri"/>
              <a:sym typeface="Calibri"/>
            </a:endParaRPr>
          </a:p>
        </p:txBody>
      </p:sp>
      <p:sp>
        <p:nvSpPr>
          <p:cNvPr id="48" name="Google Shape;48;p7"/>
          <p:cNvSpPr txBox="1"/>
          <p:nvPr/>
        </p:nvSpPr>
        <p:spPr>
          <a:xfrm>
            <a:off x="208532" y="7976369"/>
            <a:ext cx="140775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Data</a:t>
            </a:r>
            <a:r>
              <a:rPr b="0" lang="pt-BR" sz="1200">
                <a:solidFill>
                  <a:schemeClr val="dk1"/>
                </a:solidFill>
                <a:latin typeface="Calibri"/>
                <a:ea typeface="Calibri"/>
                <a:cs typeface="Calibri"/>
                <a:sym typeface="Calibri"/>
              </a:rPr>
              <a:t> da Compra     :</a:t>
            </a:r>
            <a:endParaRPr b="0" sz="1200">
              <a:solidFill>
                <a:schemeClr val="dk1"/>
              </a:solidFill>
              <a:latin typeface="Calibri"/>
              <a:ea typeface="Calibri"/>
              <a:cs typeface="Calibri"/>
              <a:sym typeface="Calibri"/>
            </a:endParaRPr>
          </a:p>
        </p:txBody>
      </p:sp>
      <p:sp>
        <p:nvSpPr>
          <p:cNvPr id="49" name="Google Shape;49;p7"/>
          <p:cNvSpPr/>
          <p:nvPr/>
        </p:nvSpPr>
        <p:spPr>
          <a:xfrm>
            <a:off x="1586154" y="7456713"/>
            <a:ext cx="2058870" cy="463861"/>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 name="Google Shape;50;p7"/>
          <p:cNvSpPr/>
          <p:nvPr/>
        </p:nvSpPr>
        <p:spPr>
          <a:xfrm>
            <a:off x="4581126" y="7474643"/>
            <a:ext cx="2016226" cy="462313"/>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 name="Google Shape;51;p7"/>
          <p:cNvSpPr/>
          <p:nvPr/>
        </p:nvSpPr>
        <p:spPr>
          <a:xfrm>
            <a:off x="1586154" y="7993958"/>
            <a:ext cx="1554814"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7"/>
          <p:cNvSpPr/>
          <p:nvPr/>
        </p:nvSpPr>
        <p:spPr>
          <a:xfrm>
            <a:off x="1586155" y="8361620"/>
            <a:ext cx="2058870"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 name="Google Shape;53;p7"/>
          <p:cNvSpPr txBox="1"/>
          <p:nvPr/>
        </p:nvSpPr>
        <p:spPr>
          <a:xfrm>
            <a:off x="201637" y="8354736"/>
            <a:ext cx="140140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Nº da Nota Fiscal   :</a:t>
            </a:r>
            <a:endParaRPr b="0" sz="1200">
              <a:solidFill>
                <a:schemeClr val="dk1"/>
              </a:solidFill>
              <a:latin typeface="Calibri"/>
              <a:ea typeface="Calibri"/>
              <a:cs typeface="Calibri"/>
              <a:sym typeface="Calibri"/>
            </a:endParaRPr>
          </a:p>
        </p:txBody>
      </p:sp>
      <p:sp>
        <p:nvSpPr>
          <p:cNvPr id="54" name="Google Shape;54;p7"/>
          <p:cNvSpPr txBox="1"/>
          <p:nvPr/>
        </p:nvSpPr>
        <p:spPr>
          <a:xfrm>
            <a:off x="3095345" y="7998260"/>
            <a:ext cx="151182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Data</a:t>
            </a:r>
            <a:r>
              <a:rPr b="0" lang="pt-BR" sz="1200">
                <a:solidFill>
                  <a:schemeClr val="dk1"/>
                </a:solidFill>
                <a:latin typeface="Calibri"/>
                <a:ea typeface="Calibri"/>
                <a:cs typeface="Calibri"/>
                <a:sym typeface="Calibri"/>
              </a:rPr>
              <a:t> da Instalação    :</a:t>
            </a:r>
            <a:endParaRPr b="0" sz="1200">
              <a:solidFill>
                <a:schemeClr val="dk1"/>
              </a:solidFill>
              <a:latin typeface="Calibri"/>
              <a:ea typeface="Calibri"/>
              <a:cs typeface="Calibri"/>
              <a:sym typeface="Calibri"/>
            </a:endParaRPr>
          </a:p>
        </p:txBody>
      </p:sp>
      <p:sp>
        <p:nvSpPr>
          <p:cNvPr id="55" name="Google Shape;55;p7"/>
          <p:cNvSpPr/>
          <p:nvPr/>
        </p:nvSpPr>
        <p:spPr>
          <a:xfrm>
            <a:off x="4581127" y="7983191"/>
            <a:ext cx="2016225" cy="30622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7"/>
          <p:cNvSpPr/>
          <p:nvPr/>
        </p:nvSpPr>
        <p:spPr>
          <a:xfrm>
            <a:off x="217714" y="2965275"/>
            <a:ext cx="6451646" cy="1980928"/>
          </a:xfrm>
          <a:prstGeom prst="roundRect">
            <a:avLst>
              <a:gd fmla="val 5608" name="adj"/>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 name="Google Shape;57;p7"/>
          <p:cNvSpPr/>
          <p:nvPr/>
        </p:nvSpPr>
        <p:spPr>
          <a:xfrm>
            <a:off x="229099" y="5194272"/>
            <a:ext cx="6451646" cy="1980928"/>
          </a:xfrm>
          <a:prstGeom prst="roundRect">
            <a:avLst>
              <a:gd fmla="val 5608" name="adj"/>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8" name="Google Shape;58;p7"/>
          <p:cNvSpPr/>
          <p:nvPr/>
        </p:nvSpPr>
        <p:spPr>
          <a:xfrm>
            <a:off x="284932" y="7427028"/>
            <a:ext cx="6451646" cy="1268738"/>
          </a:xfrm>
          <a:prstGeom prst="roundRect">
            <a:avLst>
              <a:gd fmla="val 5608" name="adj"/>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9" name="Google Shape;59;p7"/>
          <p:cNvSpPr txBox="1"/>
          <p:nvPr/>
        </p:nvSpPr>
        <p:spPr>
          <a:xfrm>
            <a:off x="6061490" y="670651"/>
            <a:ext cx="777240" cy="321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pt-BR" sz="900">
                <a:solidFill>
                  <a:schemeClr val="dk1"/>
                </a:solidFill>
                <a:latin typeface="Times New Roman"/>
                <a:ea typeface="Times New Roman"/>
                <a:cs typeface="Times New Roman"/>
                <a:sym typeface="Times New Roman"/>
              </a:rPr>
              <a:t>Versão:</a:t>
            </a:r>
            <a:r>
              <a:rPr lang="pt-BR" sz="900">
                <a:solidFill>
                  <a:schemeClr val="dk1"/>
                </a:solidFill>
                <a:latin typeface="Times New Roman"/>
                <a:ea typeface="Times New Roman"/>
                <a:cs typeface="Times New Roman"/>
                <a:sym typeface="Times New Roman"/>
              </a:rPr>
              <a:t> 01</a:t>
            </a:r>
            <a:endParaRPr sz="12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lang="pt-BR" sz="900">
                <a:solidFill>
                  <a:schemeClr val="dk1"/>
                </a:solidFill>
                <a:latin typeface="Times New Roman"/>
                <a:ea typeface="Times New Roman"/>
                <a:cs typeface="Times New Roman"/>
                <a:sym typeface="Times New Roman"/>
              </a:rPr>
              <a:t>Página</a:t>
            </a:r>
            <a:r>
              <a:rPr lang="pt-BR" sz="900">
                <a:solidFill>
                  <a:schemeClr val="dk1"/>
                </a:solidFill>
                <a:latin typeface="Times New Roman"/>
                <a:ea typeface="Times New Roman"/>
                <a:cs typeface="Times New Roman"/>
                <a:sym typeface="Times New Roman"/>
              </a:rPr>
              <a:t> 1/5</a:t>
            </a:r>
            <a:endParaRPr sz="1200">
              <a:solidFill>
                <a:schemeClr val="dk1"/>
              </a:solidFill>
              <a:latin typeface="Times New Roman"/>
              <a:ea typeface="Times New Roman"/>
              <a:cs typeface="Times New Roman"/>
              <a:sym typeface="Times New Roman"/>
            </a:endParaRPr>
          </a:p>
        </p:txBody>
      </p:sp>
      <p:sp>
        <p:nvSpPr>
          <p:cNvPr id="60" name="Google Shape;60;p7"/>
          <p:cNvSpPr txBox="1"/>
          <p:nvPr/>
        </p:nvSpPr>
        <p:spPr>
          <a:xfrm>
            <a:off x="3931287" y="3402490"/>
            <a:ext cx="253659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Código BR do</a:t>
            </a:r>
            <a:r>
              <a:rPr b="0" lang="pt-BR" sz="1200">
                <a:solidFill>
                  <a:schemeClr val="dk1"/>
                </a:solidFill>
                <a:latin typeface="Calibri"/>
                <a:ea typeface="Calibri"/>
                <a:cs typeface="Calibri"/>
                <a:sym typeface="Calibri"/>
              </a:rPr>
              <a:t> Distribuidor / Revenda</a:t>
            </a:r>
            <a:endParaRPr b="0" sz="1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0"/>
                                        </p:tgtEl>
                                        <p:attrNameLst>
                                          <p:attrName>style.visibility</p:attrName>
                                        </p:attrNameLst>
                                      </p:cBhvr>
                                      <p:to>
                                        <p:strVal val="visible"/>
                                      </p:to>
                                    </p:set>
                                    <p:anim calcmode="lin" valueType="num">
                                      <p:cBhvr additive="base">
                                        <p:cTn dur="500"/>
                                        <p:tgtEl>
                                          <p:spTgt spid="30"/>
                                        </p:tgtEl>
                                        <p:attrNameLst>
                                          <p:attrName>ppt_w</p:attrName>
                                        </p:attrNameLst>
                                      </p:cBhvr>
                                      <p:tavLst>
                                        <p:tav fmla="" tm="0">
                                          <p:val>
                                            <p:strVal val="0"/>
                                          </p:val>
                                        </p:tav>
                                        <p:tav fmla="" tm="100000">
                                          <p:val>
                                            <p:strVal val="#ppt_w"/>
                                          </p:val>
                                        </p:tav>
                                      </p:tavLst>
                                    </p:anim>
                                    <p:anim calcmode="lin" valueType="num">
                                      <p:cBhvr additive="base">
                                        <p:cTn dur="500"/>
                                        <p:tgtEl>
                                          <p:spTgt spid="30"/>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cSld name="2">
    <p:spTree>
      <p:nvGrpSpPr>
        <p:cNvPr id="61" name="Shape 61"/>
        <p:cNvGrpSpPr/>
        <p:nvPr/>
      </p:nvGrpSpPr>
      <p:grpSpPr>
        <a:xfrm>
          <a:off x="0" y="0"/>
          <a:ext cx="0" cy="0"/>
          <a:chOff x="0" y="0"/>
          <a:chExt cx="0" cy="0"/>
        </a:xfrm>
      </p:grpSpPr>
      <p:sp>
        <p:nvSpPr>
          <p:cNvPr id="62" name="Google Shape;62;p8"/>
          <p:cNvSpPr txBox="1"/>
          <p:nvPr/>
        </p:nvSpPr>
        <p:spPr>
          <a:xfrm>
            <a:off x="141537" y="899592"/>
            <a:ext cx="330218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400">
                <a:solidFill>
                  <a:schemeClr val="dk1"/>
                </a:solidFill>
                <a:latin typeface="Calibri"/>
                <a:ea typeface="Calibri"/>
                <a:cs typeface="Calibri"/>
                <a:sym typeface="Calibri"/>
              </a:rPr>
              <a:t> ANÁLISE</a:t>
            </a:r>
            <a:r>
              <a:rPr b="1" lang="pt-BR" sz="1400">
                <a:solidFill>
                  <a:schemeClr val="dk1"/>
                </a:solidFill>
                <a:latin typeface="Calibri"/>
                <a:ea typeface="Calibri"/>
                <a:cs typeface="Calibri"/>
                <a:sym typeface="Calibri"/>
              </a:rPr>
              <a:t> A SER REALIZADA PELO TÉCNICO</a:t>
            </a:r>
            <a:endParaRPr b="1" sz="1400">
              <a:solidFill>
                <a:schemeClr val="dk1"/>
              </a:solidFill>
              <a:latin typeface="Calibri"/>
              <a:ea typeface="Calibri"/>
              <a:cs typeface="Calibri"/>
              <a:sym typeface="Calibri"/>
            </a:endParaRPr>
          </a:p>
        </p:txBody>
      </p:sp>
      <p:sp>
        <p:nvSpPr>
          <p:cNvPr id="63" name="Google Shape;63;p8"/>
          <p:cNvSpPr txBox="1"/>
          <p:nvPr/>
        </p:nvSpPr>
        <p:spPr>
          <a:xfrm>
            <a:off x="160588" y="1314934"/>
            <a:ext cx="305212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1.1. Local da Instalação – Siga as distâncias conforme indicado no manual de instalação  </a:t>
            </a:r>
            <a:endParaRPr b="0" sz="1200">
              <a:solidFill>
                <a:schemeClr val="dk1"/>
              </a:solidFill>
              <a:latin typeface="Calibri"/>
              <a:ea typeface="Calibri"/>
              <a:cs typeface="Calibri"/>
              <a:sym typeface="Calibri"/>
            </a:endParaRPr>
          </a:p>
        </p:txBody>
      </p:sp>
      <p:sp>
        <p:nvSpPr>
          <p:cNvPr id="64" name="Google Shape;64;p8"/>
          <p:cNvSpPr/>
          <p:nvPr/>
        </p:nvSpPr>
        <p:spPr>
          <a:xfrm>
            <a:off x="260649" y="1823200"/>
            <a:ext cx="2952064" cy="2407809"/>
          </a:xfrm>
          <a:prstGeom prst="rect">
            <a:avLst/>
          </a:prstGeom>
          <a:noFill/>
          <a:ln cap="flat" cmpd="sng" w="4445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65" name="Google Shape;65;p8"/>
          <p:cNvSpPr txBox="1"/>
          <p:nvPr/>
        </p:nvSpPr>
        <p:spPr>
          <a:xfrm>
            <a:off x="3443723" y="1324676"/>
            <a:ext cx="3414277"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1.2 Instalação – Anexar umas fotos da instalação unidade interna/externa conforme exemplo ao lado </a:t>
            </a:r>
            <a:endParaRPr b="0" sz="1200">
              <a:solidFill>
                <a:schemeClr val="dk1"/>
              </a:solidFill>
              <a:latin typeface="Calibri"/>
              <a:ea typeface="Calibri"/>
              <a:cs typeface="Calibri"/>
              <a:sym typeface="Calibri"/>
            </a:endParaRPr>
          </a:p>
        </p:txBody>
      </p:sp>
      <p:sp>
        <p:nvSpPr>
          <p:cNvPr id="66" name="Google Shape;66;p8"/>
          <p:cNvSpPr/>
          <p:nvPr/>
        </p:nvSpPr>
        <p:spPr>
          <a:xfrm>
            <a:off x="3443722" y="1823201"/>
            <a:ext cx="3153629" cy="2407808"/>
          </a:xfrm>
          <a:prstGeom prst="rect">
            <a:avLst/>
          </a:prstGeom>
          <a:noFill/>
          <a:ln cap="flat" cmpd="sng" w="4445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pic>
        <p:nvPicPr>
          <p:cNvPr descr="Resultado de imagem para foto instalação split LG" id="67" name="Google Shape;67;p8"/>
          <p:cNvPicPr preferRelativeResize="0"/>
          <p:nvPr/>
        </p:nvPicPr>
        <p:blipFill rotWithShape="1">
          <a:blip r:embed="rId2">
            <a:alphaModFix/>
          </a:blip>
          <a:srcRect b="0" l="23495" r="24416" t="0"/>
          <a:stretch/>
        </p:blipFill>
        <p:spPr>
          <a:xfrm>
            <a:off x="303723" y="2689632"/>
            <a:ext cx="1051146" cy="1513480"/>
          </a:xfrm>
          <a:prstGeom prst="rect">
            <a:avLst/>
          </a:prstGeom>
          <a:noFill/>
          <a:ln>
            <a:noFill/>
          </a:ln>
        </p:spPr>
      </p:pic>
      <p:pic>
        <p:nvPicPr>
          <p:cNvPr id="68" name="Google Shape;68;p8"/>
          <p:cNvPicPr preferRelativeResize="0"/>
          <p:nvPr/>
        </p:nvPicPr>
        <p:blipFill rotWithShape="1">
          <a:blip r:embed="rId3">
            <a:alphaModFix/>
          </a:blip>
          <a:srcRect b="0" l="0" r="0" t="0"/>
          <a:stretch/>
        </p:blipFill>
        <p:spPr>
          <a:xfrm>
            <a:off x="1484784" y="2732893"/>
            <a:ext cx="1699353" cy="1469542"/>
          </a:xfrm>
          <a:prstGeom prst="rect">
            <a:avLst/>
          </a:prstGeom>
          <a:noFill/>
          <a:ln>
            <a:noFill/>
          </a:ln>
        </p:spPr>
      </p:pic>
      <p:sp>
        <p:nvSpPr>
          <p:cNvPr id="69" name="Google Shape;69;p8"/>
          <p:cNvSpPr txBox="1"/>
          <p:nvPr/>
        </p:nvSpPr>
        <p:spPr>
          <a:xfrm>
            <a:off x="6061490" y="670651"/>
            <a:ext cx="777240" cy="321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pt-BR" sz="900">
                <a:solidFill>
                  <a:schemeClr val="dk1"/>
                </a:solidFill>
                <a:latin typeface="Times New Roman"/>
                <a:ea typeface="Times New Roman"/>
                <a:cs typeface="Times New Roman"/>
                <a:sym typeface="Times New Roman"/>
              </a:rPr>
              <a:t>Versão:</a:t>
            </a:r>
            <a:r>
              <a:rPr lang="pt-BR" sz="900">
                <a:solidFill>
                  <a:schemeClr val="dk1"/>
                </a:solidFill>
                <a:latin typeface="Times New Roman"/>
                <a:ea typeface="Times New Roman"/>
                <a:cs typeface="Times New Roman"/>
                <a:sym typeface="Times New Roman"/>
              </a:rPr>
              <a:t> 01</a:t>
            </a:r>
            <a:endParaRPr sz="12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lang="pt-BR" sz="900">
                <a:solidFill>
                  <a:schemeClr val="dk1"/>
                </a:solidFill>
                <a:latin typeface="Times New Roman"/>
                <a:ea typeface="Times New Roman"/>
                <a:cs typeface="Times New Roman"/>
                <a:sym typeface="Times New Roman"/>
              </a:rPr>
              <a:t>Página</a:t>
            </a:r>
            <a:r>
              <a:rPr lang="pt-BR" sz="900">
                <a:solidFill>
                  <a:schemeClr val="dk1"/>
                </a:solidFill>
                <a:latin typeface="Times New Roman"/>
                <a:ea typeface="Times New Roman"/>
                <a:cs typeface="Times New Roman"/>
                <a:sym typeface="Times New Roman"/>
              </a:rPr>
              <a:t> 2/5</a:t>
            </a:r>
            <a:endParaRPr sz="1200">
              <a:solidFill>
                <a:schemeClr val="dk1"/>
              </a:solidFill>
              <a:latin typeface="Times New Roman"/>
              <a:ea typeface="Times New Roman"/>
              <a:cs typeface="Times New Roman"/>
              <a:sym typeface="Times New Roman"/>
            </a:endParaRPr>
          </a:p>
        </p:txBody>
      </p:sp>
      <p:sp>
        <p:nvSpPr>
          <p:cNvPr id="70" name="Google Shape;70;p8"/>
          <p:cNvSpPr txBox="1"/>
          <p:nvPr/>
        </p:nvSpPr>
        <p:spPr>
          <a:xfrm>
            <a:off x="3245078" y="6391504"/>
            <a:ext cx="75884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Capacidade </a:t>
            </a:r>
            <a:endParaRPr/>
          </a:p>
          <a:p>
            <a:pPr indent="0" lvl="0" marL="0" marR="0" rtl="0" algn="ctr">
              <a:spcBef>
                <a:spcPts val="0"/>
              </a:spcBef>
              <a:spcAft>
                <a:spcPts val="0"/>
              </a:spcAft>
              <a:buNone/>
            </a:pPr>
            <a:r>
              <a:rPr b="1" lang="pt-BR" sz="800">
                <a:solidFill>
                  <a:schemeClr val="dk1"/>
                </a:solidFill>
                <a:latin typeface="Calibri"/>
                <a:ea typeface="Calibri"/>
                <a:cs typeface="Calibri"/>
                <a:sym typeface="Calibri"/>
              </a:rPr>
              <a:t>do Disjuntor</a:t>
            </a:r>
            <a:endParaRPr b="1" sz="800">
              <a:solidFill>
                <a:schemeClr val="dk1"/>
              </a:solidFill>
              <a:latin typeface="Calibri"/>
              <a:ea typeface="Calibri"/>
              <a:cs typeface="Calibri"/>
              <a:sym typeface="Calibri"/>
            </a:endParaRPr>
          </a:p>
        </p:txBody>
      </p:sp>
      <p:sp>
        <p:nvSpPr>
          <p:cNvPr id="71" name="Google Shape;71;p8"/>
          <p:cNvSpPr/>
          <p:nvPr/>
        </p:nvSpPr>
        <p:spPr>
          <a:xfrm>
            <a:off x="3371319" y="5141477"/>
            <a:ext cx="1343802" cy="1294036"/>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72" name="Google Shape;72;p8"/>
          <p:cNvSpPr/>
          <p:nvPr/>
        </p:nvSpPr>
        <p:spPr>
          <a:xfrm>
            <a:off x="5071882" y="5138382"/>
            <a:ext cx="1343802" cy="1294036"/>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pic>
        <p:nvPicPr>
          <p:cNvPr descr="https://encrypted-tbn0.gstatic.com/images?q=tbn:ANd9GcQJqCwyb_tu5ch_AFuDI62JyHOKC2gj3jd3A1hIpAr_IZgxC5-0jg" id="73" name="Google Shape;73;p8"/>
          <p:cNvPicPr preferRelativeResize="0"/>
          <p:nvPr/>
        </p:nvPicPr>
        <p:blipFill rotWithShape="1">
          <a:blip r:embed="rId4">
            <a:alphaModFix/>
          </a:blip>
          <a:srcRect b="19537" l="58123" r="10530" t="8884"/>
          <a:stretch/>
        </p:blipFill>
        <p:spPr>
          <a:xfrm>
            <a:off x="3407252" y="5152510"/>
            <a:ext cx="1279936" cy="1276212"/>
          </a:xfrm>
          <a:prstGeom prst="rect">
            <a:avLst/>
          </a:prstGeom>
          <a:noFill/>
          <a:ln>
            <a:noFill/>
          </a:ln>
        </p:spPr>
      </p:pic>
      <p:pic>
        <p:nvPicPr>
          <p:cNvPr descr="87V_01_200p" id="74" name="Google Shape;74;p8"/>
          <p:cNvPicPr preferRelativeResize="0"/>
          <p:nvPr/>
        </p:nvPicPr>
        <p:blipFill rotWithShape="1">
          <a:blip r:embed="rId5">
            <a:alphaModFix/>
          </a:blip>
          <a:srcRect b="0" l="0" r="0" t="0"/>
          <a:stretch/>
        </p:blipFill>
        <p:spPr>
          <a:xfrm>
            <a:off x="5113116" y="5152510"/>
            <a:ext cx="1277168" cy="1267704"/>
          </a:xfrm>
          <a:prstGeom prst="rect">
            <a:avLst/>
          </a:prstGeom>
          <a:noFill/>
          <a:ln>
            <a:noFill/>
          </a:ln>
        </p:spPr>
      </p:pic>
      <p:sp>
        <p:nvSpPr>
          <p:cNvPr id="75" name="Google Shape;75;p8"/>
          <p:cNvSpPr/>
          <p:nvPr/>
        </p:nvSpPr>
        <p:spPr>
          <a:xfrm>
            <a:off x="3954969" y="6447483"/>
            <a:ext cx="76015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A</a:t>
            </a:r>
            <a:endParaRPr b="1" sz="900">
              <a:solidFill>
                <a:schemeClr val="dk1"/>
              </a:solidFill>
              <a:latin typeface="Calibri"/>
              <a:ea typeface="Calibri"/>
              <a:cs typeface="Calibri"/>
              <a:sym typeface="Calibri"/>
            </a:endParaRPr>
          </a:p>
        </p:txBody>
      </p:sp>
      <p:sp>
        <p:nvSpPr>
          <p:cNvPr id="76" name="Google Shape;76;p8"/>
          <p:cNvSpPr txBox="1"/>
          <p:nvPr/>
        </p:nvSpPr>
        <p:spPr>
          <a:xfrm>
            <a:off x="4985687" y="6376935"/>
            <a:ext cx="75884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Tensão de Alimentação</a:t>
            </a:r>
            <a:endParaRPr b="1" sz="800">
              <a:solidFill>
                <a:schemeClr val="dk1"/>
              </a:solidFill>
              <a:latin typeface="Calibri"/>
              <a:ea typeface="Calibri"/>
              <a:cs typeface="Calibri"/>
              <a:sym typeface="Calibri"/>
            </a:endParaRPr>
          </a:p>
        </p:txBody>
      </p:sp>
      <p:sp>
        <p:nvSpPr>
          <p:cNvPr id="77" name="Google Shape;77;p8"/>
          <p:cNvSpPr/>
          <p:nvPr/>
        </p:nvSpPr>
        <p:spPr>
          <a:xfrm>
            <a:off x="5664880" y="6442084"/>
            <a:ext cx="750804"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V</a:t>
            </a:r>
            <a:endParaRPr b="1" sz="900">
              <a:solidFill>
                <a:schemeClr val="dk1"/>
              </a:solidFill>
              <a:latin typeface="Calibri"/>
              <a:ea typeface="Calibri"/>
              <a:cs typeface="Calibri"/>
              <a:sym typeface="Calibri"/>
            </a:endParaRPr>
          </a:p>
        </p:txBody>
      </p:sp>
      <p:pic>
        <p:nvPicPr>
          <p:cNvPr id="78" name="Google Shape;78;p8"/>
          <p:cNvPicPr preferRelativeResize="0"/>
          <p:nvPr/>
        </p:nvPicPr>
        <p:blipFill rotWithShape="1">
          <a:blip r:embed="rId6">
            <a:alphaModFix/>
          </a:blip>
          <a:srcRect b="0" l="0" r="0" t="0"/>
          <a:stretch/>
        </p:blipFill>
        <p:spPr>
          <a:xfrm>
            <a:off x="3645133" y="4322108"/>
            <a:ext cx="2840304" cy="751766"/>
          </a:xfrm>
          <a:prstGeom prst="rect">
            <a:avLst/>
          </a:prstGeom>
          <a:noFill/>
          <a:ln>
            <a:noFill/>
          </a:ln>
        </p:spPr>
      </p:pic>
      <p:sp>
        <p:nvSpPr>
          <p:cNvPr id="79" name="Google Shape;79;p8"/>
          <p:cNvSpPr/>
          <p:nvPr/>
        </p:nvSpPr>
        <p:spPr>
          <a:xfrm>
            <a:off x="4985686" y="6874074"/>
            <a:ext cx="1429997" cy="1607844"/>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80" name="Google Shape;80;p8"/>
          <p:cNvSpPr txBox="1"/>
          <p:nvPr/>
        </p:nvSpPr>
        <p:spPr>
          <a:xfrm>
            <a:off x="4985687" y="8481918"/>
            <a:ext cx="140842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Foto dos cabos interligado no borne do Condensador</a:t>
            </a:r>
            <a:endParaRPr b="1" sz="800">
              <a:solidFill>
                <a:schemeClr val="dk1"/>
              </a:solidFill>
              <a:latin typeface="Calibri"/>
              <a:ea typeface="Calibri"/>
              <a:cs typeface="Calibri"/>
              <a:sym typeface="Calibri"/>
            </a:endParaRPr>
          </a:p>
        </p:txBody>
      </p:sp>
      <p:sp>
        <p:nvSpPr>
          <p:cNvPr id="81" name="Google Shape;81;p8"/>
          <p:cNvSpPr/>
          <p:nvPr/>
        </p:nvSpPr>
        <p:spPr>
          <a:xfrm>
            <a:off x="3343386" y="6874074"/>
            <a:ext cx="1408420" cy="1607844"/>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82" name="Google Shape;82;p8"/>
          <p:cNvSpPr txBox="1"/>
          <p:nvPr/>
        </p:nvSpPr>
        <p:spPr>
          <a:xfrm>
            <a:off x="3339010" y="8481918"/>
            <a:ext cx="140842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Foto dos cabos interligado no borne do Evaporador </a:t>
            </a:r>
            <a:endParaRPr b="1" sz="800">
              <a:solidFill>
                <a:schemeClr val="dk1"/>
              </a:solidFill>
              <a:latin typeface="Calibri"/>
              <a:ea typeface="Calibri"/>
              <a:cs typeface="Calibri"/>
              <a:sym typeface="Calibri"/>
            </a:endParaRPr>
          </a:p>
        </p:txBody>
      </p:sp>
      <p:pic>
        <p:nvPicPr>
          <p:cNvPr id="83" name="Google Shape;83;p8"/>
          <p:cNvPicPr preferRelativeResize="0"/>
          <p:nvPr/>
        </p:nvPicPr>
        <p:blipFill rotWithShape="1">
          <a:blip r:embed="rId7">
            <a:alphaModFix/>
          </a:blip>
          <a:srcRect b="0" l="0" r="0" t="0"/>
          <a:stretch/>
        </p:blipFill>
        <p:spPr>
          <a:xfrm>
            <a:off x="3358775" y="7251912"/>
            <a:ext cx="1385686" cy="990314"/>
          </a:xfrm>
          <a:prstGeom prst="rect">
            <a:avLst/>
          </a:prstGeom>
          <a:noFill/>
          <a:ln>
            <a:noFill/>
          </a:ln>
        </p:spPr>
      </p:pic>
      <p:pic>
        <p:nvPicPr>
          <p:cNvPr id="84" name="Google Shape;84;p8"/>
          <p:cNvPicPr preferRelativeResize="0"/>
          <p:nvPr/>
        </p:nvPicPr>
        <p:blipFill rotWithShape="1">
          <a:blip r:embed="rId8">
            <a:alphaModFix/>
          </a:blip>
          <a:srcRect b="5709" l="22694" r="11356" t="3024"/>
          <a:stretch/>
        </p:blipFill>
        <p:spPr>
          <a:xfrm>
            <a:off x="5008546" y="7251912"/>
            <a:ext cx="1404598" cy="983248"/>
          </a:xfrm>
          <a:prstGeom prst="rect">
            <a:avLst/>
          </a:prstGeom>
          <a:noFill/>
          <a:ln>
            <a:noFill/>
          </a:ln>
        </p:spPr>
      </p:pic>
      <p:sp>
        <p:nvSpPr>
          <p:cNvPr id="85" name="Google Shape;85;p8"/>
          <p:cNvSpPr txBox="1"/>
          <p:nvPr/>
        </p:nvSpPr>
        <p:spPr>
          <a:xfrm>
            <a:off x="148734" y="6536537"/>
            <a:ext cx="115212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Qual o bitola do cabo de Alimentação </a:t>
            </a:r>
            <a:endParaRPr b="1" sz="800">
              <a:solidFill>
                <a:schemeClr val="dk1"/>
              </a:solidFill>
              <a:latin typeface="Calibri"/>
              <a:ea typeface="Calibri"/>
              <a:cs typeface="Calibri"/>
              <a:sym typeface="Calibri"/>
            </a:endParaRPr>
          </a:p>
        </p:txBody>
      </p:sp>
      <p:sp>
        <p:nvSpPr>
          <p:cNvPr id="86" name="Google Shape;86;p8"/>
          <p:cNvSpPr/>
          <p:nvPr/>
        </p:nvSpPr>
        <p:spPr>
          <a:xfrm>
            <a:off x="1237273" y="6595336"/>
            <a:ext cx="76015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mm</a:t>
            </a:r>
            <a:endParaRPr b="1" sz="900">
              <a:solidFill>
                <a:schemeClr val="dk1"/>
              </a:solidFill>
              <a:latin typeface="Calibri"/>
              <a:ea typeface="Calibri"/>
              <a:cs typeface="Calibri"/>
              <a:sym typeface="Calibri"/>
            </a:endParaRPr>
          </a:p>
        </p:txBody>
      </p:sp>
      <p:pic>
        <p:nvPicPr>
          <p:cNvPr id="87" name="Google Shape;87;p8"/>
          <p:cNvPicPr preferRelativeResize="0"/>
          <p:nvPr/>
        </p:nvPicPr>
        <p:blipFill rotWithShape="1">
          <a:blip r:embed="rId9">
            <a:alphaModFix/>
          </a:blip>
          <a:srcRect b="0" l="0" r="0" t="0"/>
          <a:stretch/>
        </p:blipFill>
        <p:spPr>
          <a:xfrm>
            <a:off x="1772815" y="1835696"/>
            <a:ext cx="1400255" cy="897197"/>
          </a:xfrm>
          <a:prstGeom prst="rect">
            <a:avLst/>
          </a:prstGeom>
          <a:noFill/>
          <a:ln>
            <a:noFill/>
          </a:ln>
        </p:spPr>
      </p:pic>
      <p:pic>
        <p:nvPicPr>
          <p:cNvPr id="88" name="Google Shape;88;p8"/>
          <p:cNvPicPr preferRelativeResize="0"/>
          <p:nvPr/>
        </p:nvPicPr>
        <p:blipFill rotWithShape="1">
          <a:blip r:embed="rId10">
            <a:alphaModFix/>
          </a:blip>
          <a:srcRect b="0" l="0" r="0" t="0"/>
          <a:stretch/>
        </p:blipFill>
        <p:spPr>
          <a:xfrm>
            <a:off x="286435" y="1854502"/>
            <a:ext cx="1506195" cy="878391"/>
          </a:xfrm>
          <a:prstGeom prst="rect">
            <a:avLst/>
          </a:prstGeom>
          <a:noFill/>
          <a:ln>
            <a:noFill/>
          </a:ln>
        </p:spPr>
      </p:pic>
      <p:sp>
        <p:nvSpPr>
          <p:cNvPr id="89" name="Google Shape;89;p8"/>
          <p:cNvSpPr txBox="1"/>
          <p:nvPr/>
        </p:nvSpPr>
        <p:spPr>
          <a:xfrm>
            <a:off x="57046" y="4283968"/>
            <a:ext cx="284026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2. Informação sobre a instalação elétrica: </a:t>
            </a:r>
            <a:endParaRPr b="1" sz="1200">
              <a:solidFill>
                <a:schemeClr val="dk1"/>
              </a:solidFill>
              <a:latin typeface="Calibri"/>
              <a:ea typeface="Calibri"/>
              <a:cs typeface="Calibri"/>
              <a:sym typeface="Calibri"/>
            </a:endParaRPr>
          </a:p>
        </p:txBody>
      </p:sp>
      <p:sp>
        <p:nvSpPr>
          <p:cNvPr id="90" name="Google Shape;90;p8"/>
          <p:cNvSpPr txBox="1"/>
          <p:nvPr/>
        </p:nvSpPr>
        <p:spPr>
          <a:xfrm>
            <a:off x="50696" y="4499992"/>
            <a:ext cx="350153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2.1 Qual a tensão de alimentação na Condensadora? </a:t>
            </a:r>
            <a:endParaRPr b="0" sz="1200">
              <a:solidFill>
                <a:schemeClr val="dk1"/>
              </a:solidFill>
              <a:latin typeface="Calibri"/>
              <a:ea typeface="Calibri"/>
              <a:cs typeface="Calibri"/>
              <a:sym typeface="Calibri"/>
            </a:endParaRPr>
          </a:p>
        </p:txBody>
      </p:sp>
      <p:sp>
        <p:nvSpPr>
          <p:cNvPr id="91" name="Google Shape;91;p8"/>
          <p:cNvSpPr txBox="1"/>
          <p:nvPr/>
        </p:nvSpPr>
        <p:spPr>
          <a:xfrm>
            <a:off x="140460" y="1119139"/>
            <a:ext cx="226196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400">
                <a:solidFill>
                  <a:schemeClr val="dk1"/>
                </a:solidFill>
                <a:latin typeface="Calibri"/>
                <a:ea typeface="Calibri"/>
                <a:cs typeface="Calibri"/>
                <a:sym typeface="Calibri"/>
              </a:rPr>
              <a:t> </a:t>
            </a:r>
            <a:r>
              <a:rPr b="1" lang="pt-BR" sz="1200">
                <a:solidFill>
                  <a:schemeClr val="dk1"/>
                </a:solidFill>
                <a:latin typeface="Calibri"/>
                <a:ea typeface="Calibri"/>
                <a:cs typeface="Calibri"/>
                <a:sym typeface="Calibri"/>
              </a:rPr>
              <a:t>1. Instalação física das unidades</a:t>
            </a:r>
            <a:endParaRPr b="1" sz="1200">
              <a:solidFill>
                <a:schemeClr val="dk1"/>
              </a:solidFill>
              <a:latin typeface="Calibri"/>
              <a:ea typeface="Calibri"/>
              <a:cs typeface="Calibri"/>
              <a:sym typeface="Calibri"/>
            </a:endParaRPr>
          </a:p>
        </p:txBody>
      </p:sp>
      <p:pic>
        <p:nvPicPr>
          <p:cNvPr id="92" name="Google Shape;92;p8"/>
          <p:cNvPicPr preferRelativeResize="0"/>
          <p:nvPr/>
        </p:nvPicPr>
        <p:blipFill rotWithShape="1">
          <a:blip r:embed="rId11">
            <a:alphaModFix/>
          </a:blip>
          <a:srcRect b="243" l="0" r="6248" t="5259"/>
          <a:stretch/>
        </p:blipFill>
        <p:spPr>
          <a:xfrm rot="-5400000">
            <a:off x="802868" y="4391488"/>
            <a:ext cx="1339480" cy="2664296"/>
          </a:xfrm>
          <a:prstGeom prst="rect">
            <a:avLst/>
          </a:prstGeom>
          <a:noFill/>
          <a:ln>
            <a:noFill/>
          </a:ln>
        </p:spPr>
      </p:pic>
      <p:pic>
        <p:nvPicPr>
          <p:cNvPr id="93" name="Google Shape;93;p8"/>
          <p:cNvPicPr preferRelativeResize="0"/>
          <p:nvPr/>
        </p:nvPicPr>
        <p:blipFill rotWithShape="1">
          <a:blip r:embed="rId12">
            <a:alphaModFix/>
          </a:blip>
          <a:srcRect b="0" l="15112" r="0" t="0"/>
          <a:stretch/>
        </p:blipFill>
        <p:spPr>
          <a:xfrm>
            <a:off x="188640" y="7235130"/>
            <a:ext cx="1568594" cy="1657350"/>
          </a:xfrm>
          <a:prstGeom prst="rect">
            <a:avLst/>
          </a:prstGeom>
          <a:noFill/>
          <a:ln>
            <a:noFill/>
          </a:ln>
        </p:spPr>
      </p:pic>
      <p:sp>
        <p:nvSpPr>
          <p:cNvPr id="94" name="Google Shape;94;p8"/>
          <p:cNvSpPr txBox="1"/>
          <p:nvPr/>
        </p:nvSpPr>
        <p:spPr>
          <a:xfrm>
            <a:off x="148734" y="4776991"/>
            <a:ext cx="220014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Calibri"/>
                <a:ea typeface="Calibri"/>
                <a:cs typeface="Calibri"/>
                <a:sym typeface="Calibri"/>
              </a:rPr>
              <a:t>Unidade condensadora</a:t>
            </a:r>
            <a:endParaRPr sz="1600">
              <a:solidFill>
                <a:schemeClr val="dk1"/>
              </a:solidFill>
              <a:latin typeface="Calibri"/>
              <a:ea typeface="Calibri"/>
              <a:cs typeface="Calibri"/>
              <a:sym typeface="Calibri"/>
            </a:endParaRPr>
          </a:p>
        </p:txBody>
      </p:sp>
      <p:sp>
        <p:nvSpPr>
          <p:cNvPr id="95" name="Google Shape;95;p8"/>
          <p:cNvSpPr txBox="1"/>
          <p:nvPr/>
        </p:nvSpPr>
        <p:spPr>
          <a:xfrm>
            <a:off x="148734" y="6897742"/>
            <a:ext cx="220014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600">
                <a:solidFill>
                  <a:schemeClr val="dk1"/>
                </a:solidFill>
                <a:latin typeface="Calibri"/>
                <a:ea typeface="Calibri"/>
                <a:cs typeface="Calibri"/>
                <a:sym typeface="Calibri"/>
              </a:rPr>
              <a:t>Unidade Evaporadora</a:t>
            </a:r>
            <a:endParaRPr sz="1600">
              <a:solidFill>
                <a:schemeClr val="dk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cSld name="3">
    <p:spTree>
      <p:nvGrpSpPr>
        <p:cNvPr id="96" name="Shape 96"/>
        <p:cNvGrpSpPr/>
        <p:nvPr/>
      </p:nvGrpSpPr>
      <p:grpSpPr>
        <a:xfrm>
          <a:off x="0" y="0"/>
          <a:ext cx="0" cy="0"/>
          <a:chOff x="0" y="0"/>
          <a:chExt cx="0" cy="0"/>
        </a:xfrm>
      </p:grpSpPr>
      <p:pic>
        <p:nvPicPr>
          <p:cNvPr id="97" name="Google Shape;97;p9"/>
          <p:cNvPicPr preferRelativeResize="0"/>
          <p:nvPr/>
        </p:nvPicPr>
        <p:blipFill rotWithShape="1">
          <a:blip r:embed="rId2">
            <a:alphaModFix/>
          </a:blip>
          <a:srcRect b="0" l="0" r="0" t="0"/>
          <a:stretch/>
        </p:blipFill>
        <p:spPr>
          <a:xfrm>
            <a:off x="6166993" y="7845609"/>
            <a:ext cx="438187" cy="498291"/>
          </a:xfrm>
          <a:prstGeom prst="rect">
            <a:avLst/>
          </a:prstGeom>
          <a:noFill/>
          <a:ln>
            <a:noFill/>
          </a:ln>
        </p:spPr>
      </p:pic>
      <p:pic>
        <p:nvPicPr>
          <p:cNvPr id="98" name="Google Shape;98;p9"/>
          <p:cNvPicPr preferRelativeResize="0"/>
          <p:nvPr/>
        </p:nvPicPr>
        <p:blipFill rotWithShape="1">
          <a:blip r:embed="rId3">
            <a:alphaModFix/>
          </a:blip>
          <a:srcRect b="0" l="0" r="0" t="0"/>
          <a:stretch/>
        </p:blipFill>
        <p:spPr>
          <a:xfrm>
            <a:off x="6075940" y="7644684"/>
            <a:ext cx="676111" cy="250815"/>
          </a:xfrm>
          <a:prstGeom prst="rect">
            <a:avLst/>
          </a:prstGeom>
          <a:noFill/>
          <a:ln>
            <a:noFill/>
          </a:ln>
        </p:spPr>
      </p:pic>
      <p:pic>
        <p:nvPicPr>
          <p:cNvPr id="99" name="Google Shape;99;p9"/>
          <p:cNvPicPr preferRelativeResize="0"/>
          <p:nvPr/>
        </p:nvPicPr>
        <p:blipFill rotWithShape="1">
          <a:blip r:embed="rId4">
            <a:alphaModFix/>
          </a:blip>
          <a:srcRect b="0" l="0" r="0" t="0"/>
          <a:stretch/>
        </p:blipFill>
        <p:spPr>
          <a:xfrm>
            <a:off x="6061490" y="7255975"/>
            <a:ext cx="635215" cy="377497"/>
          </a:xfrm>
          <a:prstGeom prst="rect">
            <a:avLst/>
          </a:prstGeom>
          <a:noFill/>
          <a:ln>
            <a:noFill/>
          </a:ln>
        </p:spPr>
      </p:pic>
      <p:pic>
        <p:nvPicPr>
          <p:cNvPr id="100" name="Google Shape;100;p9"/>
          <p:cNvPicPr preferRelativeResize="0"/>
          <p:nvPr/>
        </p:nvPicPr>
        <p:blipFill rotWithShape="1">
          <a:blip r:embed="rId5">
            <a:alphaModFix/>
          </a:blip>
          <a:srcRect b="31774" l="0" r="0" t="31689"/>
          <a:stretch/>
        </p:blipFill>
        <p:spPr>
          <a:xfrm>
            <a:off x="6114174" y="7054338"/>
            <a:ext cx="589951" cy="215549"/>
          </a:xfrm>
          <a:prstGeom prst="rect">
            <a:avLst/>
          </a:prstGeom>
          <a:noFill/>
          <a:ln>
            <a:noFill/>
          </a:ln>
        </p:spPr>
      </p:pic>
      <p:pic>
        <p:nvPicPr>
          <p:cNvPr id="101" name="Google Shape;101;p9"/>
          <p:cNvPicPr preferRelativeResize="0"/>
          <p:nvPr/>
        </p:nvPicPr>
        <p:blipFill rotWithShape="1">
          <a:blip r:embed="rId6">
            <a:alphaModFix/>
          </a:blip>
          <a:srcRect b="0" l="0" r="0" t="0"/>
          <a:stretch/>
        </p:blipFill>
        <p:spPr>
          <a:xfrm rot="-525661">
            <a:off x="2092923" y="6400647"/>
            <a:ext cx="583166" cy="984903"/>
          </a:xfrm>
          <a:prstGeom prst="rect">
            <a:avLst/>
          </a:prstGeom>
          <a:noFill/>
          <a:ln>
            <a:noFill/>
          </a:ln>
        </p:spPr>
      </p:pic>
      <p:pic>
        <p:nvPicPr>
          <p:cNvPr id="102" name="Google Shape;102;p9"/>
          <p:cNvPicPr preferRelativeResize="0"/>
          <p:nvPr/>
        </p:nvPicPr>
        <p:blipFill rotWithShape="1">
          <a:blip r:embed="rId5">
            <a:alphaModFix/>
          </a:blip>
          <a:srcRect b="31774" l="0" r="0" t="31689"/>
          <a:stretch/>
        </p:blipFill>
        <p:spPr>
          <a:xfrm>
            <a:off x="1676206" y="6478969"/>
            <a:ext cx="839998" cy="308242"/>
          </a:xfrm>
          <a:prstGeom prst="rect">
            <a:avLst/>
          </a:prstGeom>
          <a:noFill/>
          <a:ln>
            <a:noFill/>
          </a:ln>
        </p:spPr>
      </p:pic>
      <p:sp>
        <p:nvSpPr>
          <p:cNvPr id="103" name="Google Shape;103;p9"/>
          <p:cNvSpPr txBox="1"/>
          <p:nvPr/>
        </p:nvSpPr>
        <p:spPr>
          <a:xfrm>
            <a:off x="141537" y="1031632"/>
            <a:ext cx="330218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400">
                <a:solidFill>
                  <a:schemeClr val="dk1"/>
                </a:solidFill>
                <a:latin typeface="Calibri"/>
                <a:ea typeface="Calibri"/>
                <a:cs typeface="Calibri"/>
                <a:sym typeface="Calibri"/>
              </a:rPr>
              <a:t>ANÁLISE</a:t>
            </a:r>
            <a:r>
              <a:rPr b="1" lang="pt-BR" sz="1400">
                <a:solidFill>
                  <a:schemeClr val="dk1"/>
                </a:solidFill>
                <a:latin typeface="Calibri"/>
                <a:ea typeface="Calibri"/>
                <a:cs typeface="Calibri"/>
                <a:sym typeface="Calibri"/>
              </a:rPr>
              <a:t> A SER REALIZADA PELO TÉCNICO</a:t>
            </a:r>
            <a:endParaRPr b="1" sz="1400">
              <a:solidFill>
                <a:schemeClr val="dk1"/>
              </a:solidFill>
              <a:latin typeface="Calibri"/>
              <a:ea typeface="Calibri"/>
              <a:cs typeface="Calibri"/>
              <a:sym typeface="Calibri"/>
            </a:endParaRPr>
          </a:p>
        </p:txBody>
      </p:sp>
      <p:sp>
        <p:nvSpPr>
          <p:cNvPr id="104" name="Google Shape;104;p9"/>
          <p:cNvSpPr txBox="1"/>
          <p:nvPr/>
        </p:nvSpPr>
        <p:spPr>
          <a:xfrm>
            <a:off x="160587" y="1314934"/>
            <a:ext cx="173624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3. Qual o Código de Erro</a:t>
            </a:r>
            <a:endParaRPr b="1" sz="1200">
              <a:solidFill>
                <a:schemeClr val="dk1"/>
              </a:solidFill>
              <a:latin typeface="Calibri"/>
              <a:ea typeface="Calibri"/>
              <a:cs typeface="Calibri"/>
              <a:sym typeface="Calibri"/>
            </a:endParaRPr>
          </a:p>
        </p:txBody>
      </p:sp>
      <p:sp>
        <p:nvSpPr>
          <p:cNvPr id="105" name="Google Shape;105;p9"/>
          <p:cNvSpPr/>
          <p:nvPr/>
        </p:nvSpPr>
        <p:spPr>
          <a:xfrm>
            <a:off x="260648" y="1591933"/>
            <a:ext cx="1944216" cy="38777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106" name="Google Shape;106;p9"/>
          <p:cNvSpPr txBox="1"/>
          <p:nvPr/>
        </p:nvSpPr>
        <p:spPr>
          <a:xfrm>
            <a:off x="2516204" y="1314933"/>
            <a:ext cx="208723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4. Qual é o sintoma /defeito? </a:t>
            </a:r>
            <a:endParaRPr b="1" sz="1200">
              <a:solidFill>
                <a:schemeClr val="dk1"/>
              </a:solidFill>
              <a:latin typeface="Calibri"/>
              <a:ea typeface="Calibri"/>
              <a:cs typeface="Calibri"/>
              <a:sym typeface="Calibri"/>
            </a:endParaRPr>
          </a:p>
        </p:txBody>
      </p:sp>
      <p:sp>
        <p:nvSpPr>
          <p:cNvPr id="107" name="Google Shape;107;p9"/>
          <p:cNvSpPr/>
          <p:nvPr/>
        </p:nvSpPr>
        <p:spPr>
          <a:xfrm>
            <a:off x="2516204" y="1591933"/>
            <a:ext cx="4081147" cy="387779"/>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108" name="Google Shape;108;p9"/>
          <p:cNvSpPr txBox="1"/>
          <p:nvPr/>
        </p:nvSpPr>
        <p:spPr>
          <a:xfrm>
            <a:off x="168960" y="2051720"/>
            <a:ext cx="404521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5. Quais Testes foram realizados para concluir o diagnóstico? </a:t>
            </a:r>
            <a:endParaRPr b="1" sz="1200">
              <a:solidFill>
                <a:schemeClr val="dk1"/>
              </a:solidFill>
              <a:latin typeface="Calibri"/>
              <a:ea typeface="Calibri"/>
              <a:cs typeface="Calibri"/>
              <a:sym typeface="Calibri"/>
            </a:endParaRPr>
          </a:p>
        </p:txBody>
      </p:sp>
      <p:sp>
        <p:nvSpPr>
          <p:cNvPr id="109" name="Google Shape;109;p9"/>
          <p:cNvSpPr/>
          <p:nvPr/>
        </p:nvSpPr>
        <p:spPr>
          <a:xfrm>
            <a:off x="260648" y="2313891"/>
            <a:ext cx="6336703" cy="889957"/>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110" name="Google Shape;110;p9"/>
          <p:cNvSpPr txBox="1"/>
          <p:nvPr/>
        </p:nvSpPr>
        <p:spPr>
          <a:xfrm>
            <a:off x="175310" y="3231175"/>
            <a:ext cx="556094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6. Qual peça à ser solicitada em garantia?  Informe o Part Number / Código da Peça.</a:t>
            </a:r>
            <a:endParaRPr b="1" sz="1200">
              <a:solidFill>
                <a:schemeClr val="dk1"/>
              </a:solidFill>
              <a:latin typeface="Calibri"/>
              <a:ea typeface="Calibri"/>
              <a:cs typeface="Calibri"/>
              <a:sym typeface="Calibri"/>
            </a:endParaRPr>
          </a:p>
        </p:txBody>
      </p:sp>
      <p:sp>
        <p:nvSpPr>
          <p:cNvPr id="111" name="Google Shape;111;p9"/>
          <p:cNvSpPr/>
          <p:nvPr/>
        </p:nvSpPr>
        <p:spPr>
          <a:xfrm>
            <a:off x="263987" y="3478950"/>
            <a:ext cx="6333364" cy="516986"/>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112" name="Google Shape;112;p9"/>
          <p:cNvSpPr txBox="1"/>
          <p:nvPr/>
        </p:nvSpPr>
        <p:spPr>
          <a:xfrm>
            <a:off x="168960" y="4002286"/>
            <a:ext cx="333623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7. Informação sobre alguns pontos da instalação: </a:t>
            </a:r>
            <a:endParaRPr b="1" sz="1200">
              <a:solidFill>
                <a:schemeClr val="dk1"/>
              </a:solidFill>
              <a:latin typeface="Calibri"/>
              <a:ea typeface="Calibri"/>
              <a:cs typeface="Calibri"/>
              <a:sym typeface="Calibri"/>
            </a:endParaRPr>
          </a:p>
        </p:txBody>
      </p:sp>
      <p:sp>
        <p:nvSpPr>
          <p:cNvPr id="113" name="Google Shape;113;p9"/>
          <p:cNvSpPr txBox="1"/>
          <p:nvPr/>
        </p:nvSpPr>
        <p:spPr>
          <a:xfrm>
            <a:off x="162610" y="4285635"/>
            <a:ext cx="2568652"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7.1 Qual o Gás Refrigerante utilizado? </a:t>
            </a:r>
            <a:endParaRPr b="0" sz="1200">
              <a:solidFill>
                <a:schemeClr val="dk1"/>
              </a:solidFill>
              <a:latin typeface="Calibri"/>
              <a:ea typeface="Calibri"/>
              <a:cs typeface="Calibri"/>
              <a:sym typeface="Calibri"/>
            </a:endParaRPr>
          </a:p>
        </p:txBody>
      </p:sp>
      <p:sp>
        <p:nvSpPr>
          <p:cNvPr id="114" name="Google Shape;114;p9"/>
          <p:cNvSpPr txBox="1"/>
          <p:nvPr/>
        </p:nvSpPr>
        <p:spPr>
          <a:xfrm>
            <a:off x="4235249" y="4254351"/>
            <a:ext cx="244046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b="0" lang="pt-BR" sz="1200">
                <a:solidFill>
                  <a:schemeClr val="dk1"/>
                </a:solidFill>
                <a:latin typeface="Calibri"/>
                <a:ea typeface="Calibri"/>
                <a:cs typeface="Calibri"/>
                <a:sym typeface="Calibri"/>
              </a:rPr>
              <a:t>Gases homologado pela LG Chemours, Honeywell, Arkema  </a:t>
            </a:r>
            <a:endParaRPr b="0" sz="1200">
              <a:solidFill>
                <a:schemeClr val="dk1"/>
              </a:solidFill>
              <a:latin typeface="Calibri"/>
              <a:ea typeface="Calibri"/>
              <a:cs typeface="Calibri"/>
              <a:sym typeface="Calibri"/>
            </a:endParaRPr>
          </a:p>
        </p:txBody>
      </p:sp>
      <p:sp>
        <p:nvSpPr>
          <p:cNvPr id="115" name="Google Shape;115;p9"/>
          <p:cNvSpPr txBox="1"/>
          <p:nvPr/>
        </p:nvSpPr>
        <p:spPr>
          <a:xfrm>
            <a:off x="162858" y="5547856"/>
            <a:ext cx="366010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7.4 Qual o comprimento da Tubulação? Indique abaixo:</a:t>
            </a:r>
            <a:endParaRPr b="0" sz="1200">
              <a:solidFill>
                <a:schemeClr val="dk1"/>
              </a:solidFill>
              <a:latin typeface="Calibri"/>
              <a:ea typeface="Calibri"/>
              <a:cs typeface="Calibri"/>
              <a:sym typeface="Calibri"/>
            </a:endParaRPr>
          </a:p>
        </p:txBody>
      </p:sp>
      <p:sp>
        <p:nvSpPr>
          <p:cNvPr id="116" name="Google Shape;116;p9"/>
          <p:cNvSpPr txBox="1"/>
          <p:nvPr/>
        </p:nvSpPr>
        <p:spPr>
          <a:xfrm>
            <a:off x="313908" y="5807169"/>
            <a:ext cx="224090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b="1" lang="pt-BR" sz="1200">
                <a:solidFill>
                  <a:schemeClr val="dk1"/>
                </a:solidFill>
                <a:latin typeface="Calibri"/>
                <a:ea typeface="Calibri"/>
                <a:cs typeface="Calibri"/>
                <a:sym typeface="Calibri"/>
              </a:rPr>
              <a:t>SPLIT, TETO E CASSETE </a:t>
            </a:r>
            <a:r>
              <a:rPr b="0" lang="pt-BR" sz="1200">
                <a:solidFill>
                  <a:schemeClr val="dk1"/>
                </a:solidFill>
                <a:latin typeface="Calibri"/>
                <a:ea typeface="Calibri"/>
                <a:cs typeface="Calibri"/>
                <a:sym typeface="Calibri"/>
              </a:rPr>
              <a:t> – Informe a distância entre as unidades externa e interna?</a:t>
            </a:r>
            <a:endParaRPr b="0" sz="1200">
              <a:solidFill>
                <a:schemeClr val="dk1"/>
              </a:solidFill>
              <a:latin typeface="Calibri"/>
              <a:ea typeface="Calibri"/>
              <a:cs typeface="Calibri"/>
              <a:sym typeface="Calibri"/>
            </a:endParaRPr>
          </a:p>
        </p:txBody>
      </p:sp>
      <p:sp>
        <p:nvSpPr>
          <p:cNvPr id="117" name="Google Shape;117;p9"/>
          <p:cNvSpPr/>
          <p:nvPr/>
        </p:nvSpPr>
        <p:spPr>
          <a:xfrm>
            <a:off x="1604467" y="7283461"/>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m</a:t>
            </a:r>
            <a:endParaRPr b="1" sz="900">
              <a:solidFill>
                <a:schemeClr val="dk1"/>
              </a:solidFill>
              <a:latin typeface="Calibri"/>
              <a:ea typeface="Calibri"/>
              <a:cs typeface="Calibri"/>
              <a:sym typeface="Calibri"/>
            </a:endParaRPr>
          </a:p>
        </p:txBody>
      </p:sp>
      <p:cxnSp>
        <p:nvCxnSpPr>
          <p:cNvPr id="118" name="Google Shape;118;p9"/>
          <p:cNvCxnSpPr>
            <a:stCxn id="119" idx="3"/>
            <a:endCxn id="102" idx="1"/>
          </p:cNvCxnSpPr>
          <p:nvPr/>
        </p:nvCxnSpPr>
        <p:spPr>
          <a:xfrm flipH="1" rot="10800000">
            <a:off x="1215399" y="6633188"/>
            <a:ext cx="460800" cy="1521600"/>
          </a:xfrm>
          <a:prstGeom prst="bentConnector3">
            <a:avLst>
              <a:gd fmla="val 50001" name="adj1"/>
            </a:avLst>
          </a:prstGeom>
          <a:noFill/>
          <a:ln cap="flat" cmpd="sng" w="47625">
            <a:solidFill>
              <a:schemeClr val="dk1"/>
            </a:solidFill>
            <a:prstDash val="solid"/>
            <a:round/>
            <a:headEnd len="sm" w="sm" type="none"/>
            <a:tailEnd len="sm" w="sm" type="none"/>
          </a:ln>
        </p:spPr>
      </p:cxnSp>
      <p:sp>
        <p:nvSpPr>
          <p:cNvPr id="120" name="Google Shape;120;p9"/>
          <p:cNvSpPr txBox="1"/>
          <p:nvPr/>
        </p:nvSpPr>
        <p:spPr>
          <a:xfrm>
            <a:off x="4374830" y="7741908"/>
            <a:ext cx="27830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900">
                <a:solidFill>
                  <a:schemeClr val="dk1"/>
                </a:solidFill>
                <a:latin typeface="Calibri"/>
                <a:ea typeface="Calibri"/>
                <a:cs typeface="Calibri"/>
                <a:sym typeface="Calibri"/>
              </a:rPr>
              <a:t>A</a:t>
            </a:r>
            <a:endParaRPr b="1" sz="900">
              <a:solidFill>
                <a:schemeClr val="dk1"/>
              </a:solidFill>
              <a:latin typeface="Calibri"/>
              <a:ea typeface="Calibri"/>
              <a:cs typeface="Calibri"/>
              <a:sym typeface="Calibri"/>
            </a:endParaRPr>
          </a:p>
        </p:txBody>
      </p:sp>
      <p:sp>
        <p:nvSpPr>
          <p:cNvPr id="121" name="Google Shape;121;p9"/>
          <p:cNvSpPr/>
          <p:nvPr/>
        </p:nvSpPr>
        <p:spPr>
          <a:xfrm>
            <a:off x="737359" y="7517142"/>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m</a:t>
            </a:r>
            <a:endParaRPr b="1" sz="900">
              <a:solidFill>
                <a:schemeClr val="dk1"/>
              </a:solidFill>
              <a:latin typeface="Calibri"/>
              <a:ea typeface="Calibri"/>
              <a:cs typeface="Calibri"/>
              <a:sym typeface="Calibri"/>
            </a:endParaRPr>
          </a:p>
        </p:txBody>
      </p:sp>
      <p:sp>
        <p:nvSpPr>
          <p:cNvPr id="122" name="Google Shape;122;p9"/>
          <p:cNvSpPr txBox="1"/>
          <p:nvPr/>
        </p:nvSpPr>
        <p:spPr>
          <a:xfrm>
            <a:off x="4373849" y="7869508"/>
            <a:ext cx="27830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900">
                <a:solidFill>
                  <a:schemeClr val="dk1"/>
                </a:solidFill>
                <a:latin typeface="Calibri"/>
                <a:ea typeface="Calibri"/>
                <a:cs typeface="Calibri"/>
                <a:sym typeface="Calibri"/>
              </a:rPr>
              <a:t>B</a:t>
            </a:r>
            <a:endParaRPr b="1" sz="900">
              <a:solidFill>
                <a:schemeClr val="dk1"/>
              </a:solidFill>
              <a:latin typeface="Calibri"/>
              <a:ea typeface="Calibri"/>
              <a:cs typeface="Calibri"/>
              <a:sym typeface="Calibri"/>
            </a:endParaRPr>
          </a:p>
        </p:txBody>
      </p:sp>
      <p:sp>
        <p:nvSpPr>
          <p:cNvPr id="123" name="Google Shape;123;p9"/>
          <p:cNvSpPr txBox="1"/>
          <p:nvPr/>
        </p:nvSpPr>
        <p:spPr>
          <a:xfrm>
            <a:off x="4373433" y="8020104"/>
            <a:ext cx="27830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900">
                <a:solidFill>
                  <a:schemeClr val="dk1"/>
                </a:solidFill>
                <a:latin typeface="Calibri"/>
                <a:ea typeface="Calibri"/>
                <a:cs typeface="Calibri"/>
                <a:sym typeface="Calibri"/>
              </a:rPr>
              <a:t>C</a:t>
            </a:r>
            <a:endParaRPr b="1" sz="900">
              <a:solidFill>
                <a:schemeClr val="dk1"/>
              </a:solidFill>
              <a:latin typeface="Calibri"/>
              <a:ea typeface="Calibri"/>
              <a:cs typeface="Calibri"/>
              <a:sym typeface="Calibri"/>
            </a:endParaRPr>
          </a:p>
        </p:txBody>
      </p:sp>
      <p:sp>
        <p:nvSpPr>
          <p:cNvPr id="124" name="Google Shape;124;p9"/>
          <p:cNvSpPr txBox="1"/>
          <p:nvPr/>
        </p:nvSpPr>
        <p:spPr>
          <a:xfrm>
            <a:off x="4374606" y="8172400"/>
            <a:ext cx="27830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900">
                <a:solidFill>
                  <a:schemeClr val="dk1"/>
                </a:solidFill>
                <a:latin typeface="Calibri"/>
                <a:ea typeface="Calibri"/>
                <a:cs typeface="Calibri"/>
                <a:sym typeface="Calibri"/>
              </a:rPr>
              <a:t>D</a:t>
            </a:r>
            <a:endParaRPr b="1" sz="900">
              <a:solidFill>
                <a:schemeClr val="dk1"/>
              </a:solidFill>
              <a:latin typeface="Calibri"/>
              <a:ea typeface="Calibri"/>
              <a:cs typeface="Calibri"/>
              <a:sym typeface="Calibri"/>
            </a:endParaRPr>
          </a:p>
        </p:txBody>
      </p:sp>
      <p:sp>
        <p:nvSpPr>
          <p:cNvPr id="125" name="Google Shape;125;p9"/>
          <p:cNvSpPr txBox="1"/>
          <p:nvPr/>
        </p:nvSpPr>
        <p:spPr>
          <a:xfrm>
            <a:off x="4378172" y="8307026"/>
            <a:ext cx="27830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900">
                <a:solidFill>
                  <a:schemeClr val="dk1"/>
                </a:solidFill>
                <a:latin typeface="Calibri"/>
                <a:ea typeface="Calibri"/>
                <a:cs typeface="Calibri"/>
                <a:sym typeface="Calibri"/>
              </a:rPr>
              <a:t>E</a:t>
            </a:r>
            <a:endParaRPr b="1" sz="900">
              <a:solidFill>
                <a:schemeClr val="dk1"/>
              </a:solidFill>
              <a:latin typeface="Calibri"/>
              <a:ea typeface="Calibri"/>
              <a:cs typeface="Calibri"/>
              <a:sym typeface="Calibri"/>
            </a:endParaRPr>
          </a:p>
        </p:txBody>
      </p:sp>
      <p:sp>
        <p:nvSpPr>
          <p:cNvPr id="126" name="Google Shape;126;p9"/>
          <p:cNvSpPr txBox="1"/>
          <p:nvPr/>
        </p:nvSpPr>
        <p:spPr>
          <a:xfrm>
            <a:off x="2988293" y="5807169"/>
            <a:ext cx="3609057"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b="1" lang="pt-BR" sz="1200">
                <a:solidFill>
                  <a:schemeClr val="dk1"/>
                </a:solidFill>
                <a:latin typeface="Calibri"/>
                <a:ea typeface="Calibri"/>
                <a:cs typeface="Calibri"/>
                <a:sym typeface="Calibri"/>
              </a:rPr>
              <a:t>MULTI SPLIT</a:t>
            </a:r>
            <a:r>
              <a:rPr b="0" lang="pt-BR" sz="1200">
                <a:solidFill>
                  <a:schemeClr val="dk1"/>
                </a:solidFill>
                <a:latin typeface="Calibri"/>
                <a:ea typeface="Calibri"/>
                <a:cs typeface="Calibri"/>
                <a:sym typeface="Calibri"/>
              </a:rPr>
              <a:t> – Informe a distância entre as unidades externa e internas?</a:t>
            </a:r>
            <a:endParaRPr b="0" sz="1200">
              <a:solidFill>
                <a:schemeClr val="dk1"/>
              </a:solidFill>
              <a:latin typeface="Calibri"/>
              <a:ea typeface="Calibri"/>
              <a:cs typeface="Calibri"/>
              <a:sym typeface="Calibri"/>
            </a:endParaRPr>
          </a:p>
          <a:p>
            <a:pPr indent="0" lvl="0" marL="0" marR="0" rtl="0" algn="l">
              <a:spcBef>
                <a:spcPts val="0"/>
              </a:spcBef>
              <a:spcAft>
                <a:spcPts val="0"/>
              </a:spcAft>
              <a:buNone/>
            </a:pPr>
            <a:r>
              <a:rPr b="0" lang="pt-BR" sz="1200">
                <a:solidFill>
                  <a:schemeClr val="dk1"/>
                </a:solidFill>
                <a:latin typeface="Calibri"/>
                <a:ea typeface="Calibri"/>
                <a:cs typeface="Calibri"/>
                <a:sym typeface="Calibri"/>
              </a:rPr>
              <a:t> </a:t>
            </a:r>
            <a:endParaRPr b="0" sz="1200">
              <a:solidFill>
                <a:schemeClr val="dk1"/>
              </a:solidFill>
              <a:latin typeface="Calibri"/>
              <a:ea typeface="Calibri"/>
              <a:cs typeface="Calibri"/>
              <a:sym typeface="Calibri"/>
            </a:endParaRPr>
          </a:p>
        </p:txBody>
      </p:sp>
      <p:pic>
        <p:nvPicPr>
          <p:cNvPr id="127" name="Google Shape;127;p9"/>
          <p:cNvPicPr preferRelativeResize="0"/>
          <p:nvPr/>
        </p:nvPicPr>
        <p:blipFill rotWithShape="1">
          <a:blip r:embed="rId7">
            <a:alphaModFix/>
          </a:blip>
          <a:srcRect b="0" l="0" r="0" t="0"/>
          <a:stretch/>
        </p:blipFill>
        <p:spPr>
          <a:xfrm>
            <a:off x="3048392" y="7458251"/>
            <a:ext cx="1370403" cy="1082379"/>
          </a:xfrm>
          <a:prstGeom prst="rect">
            <a:avLst/>
          </a:prstGeom>
          <a:noFill/>
          <a:ln>
            <a:noFill/>
          </a:ln>
        </p:spPr>
      </p:pic>
      <p:pic>
        <p:nvPicPr>
          <p:cNvPr id="119" name="Google Shape;119;p9"/>
          <p:cNvPicPr preferRelativeResize="0"/>
          <p:nvPr/>
        </p:nvPicPr>
        <p:blipFill rotWithShape="1">
          <a:blip r:embed="rId8">
            <a:alphaModFix/>
          </a:blip>
          <a:srcRect b="19676" l="24806" r="29717" t="27405"/>
          <a:stretch/>
        </p:blipFill>
        <p:spPr>
          <a:xfrm>
            <a:off x="125328" y="7758399"/>
            <a:ext cx="1090071" cy="792779"/>
          </a:xfrm>
          <a:prstGeom prst="rect">
            <a:avLst/>
          </a:prstGeom>
          <a:noFill/>
          <a:ln>
            <a:noFill/>
          </a:ln>
        </p:spPr>
      </p:pic>
      <p:cxnSp>
        <p:nvCxnSpPr>
          <p:cNvPr id="128" name="Google Shape;128;p9"/>
          <p:cNvCxnSpPr/>
          <p:nvPr/>
        </p:nvCxnSpPr>
        <p:spPr>
          <a:xfrm flipH="1" rot="10800000">
            <a:off x="1517214" y="8154788"/>
            <a:ext cx="183594" cy="1"/>
          </a:xfrm>
          <a:prstGeom prst="straightConnector1">
            <a:avLst/>
          </a:prstGeom>
          <a:noFill/>
          <a:ln cap="flat" cmpd="sng" w="9525">
            <a:solidFill>
              <a:schemeClr val="dk1"/>
            </a:solidFill>
            <a:prstDash val="solid"/>
            <a:round/>
            <a:headEnd len="sm" w="sm" type="none"/>
            <a:tailEnd len="sm" w="sm" type="none"/>
          </a:ln>
        </p:spPr>
      </p:cxnSp>
      <p:cxnSp>
        <p:nvCxnSpPr>
          <p:cNvPr id="129" name="Google Shape;129;p9"/>
          <p:cNvCxnSpPr/>
          <p:nvPr/>
        </p:nvCxnSpPr>
        <p:spPr>
          <a:xfrm rot="10800000">
            <a:off x="1590700" y="6660232"/>
            <a:ext cx="0" cy="1494558"/>
          </a:xfrm>
          <a:prstGeom prst="straightConnector1">
            <a:avLst/>
          </a:prstGeom>
          <a:noFill/>
          <a:ln cap="flat" cmpd="sng" w="9525">
            <a:solidFill>
              <a:schemeClr val="dk1"/>
            </a:solidFill>
            <a:prstDash val="solid"/>
            <a:round/>
            <a:headEnd len="med" w="med" type="triangle"/>
            <a:tailEnd len="med" w="med" type="triangle"/>
          </a:ln>
        </p:spPr>
      </p:cxnSp>
      <p:cxnSp>
        <p:nvCxnSpPr>
          <p:cNvPr id="130" name="Google Shape;130;p9"/>
          <p:cNvCxnSpPr/>
          <p:nvPr/>
        </p:nvCxnSpPr>
        <p:spPr>
          <a:xfrm rot="-5400000">
            <a:off x="684999" y="7089823"/>
            <a:ext cx="1521600" cy="460800"/>
          </a:xfrm>
          <a:prstGeom prst="bentConnector3">
            <a:avLst>
              <a:gd fmla="val 0" name="adj1"/>
            </a:avLst>
          </a:prstGeom>
          <a:noFill/>
          <a:ln cap="flat" cmpd="sng" w="9525">
            <a:solidFill>
              <a:schemeClr val="dk1"/>
            </a:solidFill>
            <a:prstDash val="solid"/>
            <a:round/>
            <a:headEnd len="med" w="med" type="triangle"/>
            <a:tailEnd len="med" w="med" type="triangle"/>
          </a:ln>
        </p:spPr>
      </p:cxnSp>
      <p:cxnSp>
        <p:nvCxnSpPr>
          <p:cNvPr id="131" name="Google Shape;131;p9"/>
          <p:cNvCxnSpPr/>
          <p:nvPr/>
        </p:nvCxnSpPr>
        <p:spPr>
          <a:xfrm flipH="1" rot="10800000">
            <a:off x="4368800" y="7150850"/>
            <a:ext cx="1763100" cy="894600"/>
          </a:xfrm>
          <a:prstGeom prst="bentConnector3">
            <a:avLst>
              <a:gd fmla="val 16868" name="adj1"/>
            </a:avLst>
          </a:prstGeom>
          <a:noFill/>
          <a:ln cap="flat" cmpd="sng" w="9525">
            <a:solidFill>
              <a:schemeClr val="dk1"/>
            </a:solidFill>
            <a:prstDash val="solid"/>
            <a:round/>
            <a:headEnd len="sm" w="sm" type="none"/>
            <a:tailEnd len="sm" w="sm" type="none"/>
          </a:ln>
        </p:spPr>
      </p:cxnSp>
      <p:pic>
        <p:nvPicPr>
          <p:cNvPr id="132" name="Google Shape;132;p9"/>
          <p:cNvPicPr preferRelativeResize="0"/>
          <p:nvPr/>
        </p:nvPicPr>
        <p:blipFill rotWithShape="1">
          <a:blip r:embed="rId9">
            <a:alphaModFix/>
          </a:blip>
          <a:srcRect b="0" l="0" r="0" t="0"/>
          <a:stretch/>
        </p:blipFill>
        <p:spPr>
          <a:xfrm rot="5400000">
            <a:off x="6305210" y="6562906"/>
            <a:ext cx="184388" cy="556612"/>
          </a:xfrm>
          <a:prstGeom prst="rect">
            <a:avLst/>
          </a:prstGeom>
          <a:noFill/>
          <a:ln>
            <a:noFill/>
          </a:ln>
        </p:spPr>
      </p:pic>
      <p:cxnSp>
        <p:nvCxnSpPr>
          <p:cNvPr id="133" name="Google Shape;133;p9"/>
          <p:cNvCxnSpPr>
            <a:endCxn id="132" idx="2"/>
          </p:cNvCxnSpPr>
          <p:nvPr/>
        </p:nvCxnSpPr>
        <p:spPr>
          <a:xfrm flipH="1" rot="10800000">
            <a:off x="4362598" y="6841212"/>
            <a:ext cx="1756500" cy="1064400"/>
          </a:xfrm>
          <a:prstGeom prst="bentConnector3">
            <a:avLst>
              <a:gd fmla="val 13122" name="adj1"/>
            </a:avLst>
          </a:prstGeom>
          <a:noFill/>
          <a:ln cap="flat" cmpd="sng" w="9525">
            <a:solidFill>
              <a:schemeClr val="dk1"/>
            </a:solidFill>
            <a:prstDash val="solid"/>
            <a:round/>
            <a:headEnd len="sm" w="sm" type="none"/>
            <a:tailEnd len="sm" w="sm" type="none"/>
          </a:ln>
        </p:spPr>
      </p:cxnSp>
      <p:cxnSp>
        <p:nvCxnSpPr>
          <p:cNvPr id="134" name="Google Shape;134;p9"/>
          <p:cNvCxnSpPr/>
          <p:nvPr/>
        </p:nvCxnSpPr>
        <p:spPr>
          <a:xfrm flipH="1" rot="10800000">
            <a:off x="4362450" y="7777200"/>
            <a:ext cx="1769400" cy="566700"/>
          </a:xfrm>
          <a:prstGeom prst="bentConnector3">
            <a:avLst>
              <a:gd fmla="val 24883" name="adj1"/>
            </a:avLst>
          </a:prstGeom>
          <a:noFill/>
          <a:ln cap="flat" cmpd="sng" w="9525">
            <a:solidFill>
              <a:schemeClr val="dk1"/>
            </a:solidFill>
            <a:prstDash val="solid"/>
            <a:round/>
            <a:headEnd len="sm" w="sm" type="none"/>
            <a:tailEnd len="sm" w="sm" type="none"/>
          </a:ln>
        </p:spPr>
      </p:cxnSp>
      <p:cxnSp>
        <p:nvCxnSpPr>
          <p:cNvPr id="135" name="Google Shape;135;p9"/>
          <p:cNvCxnSpPr/>
          <p:nvPr/>
        </p:nvCxnSpPr>
        <p:spPr>
          <a:xfrm flipH="1" rot="10800000">
            <a:off x="4368800" y="8108500"/>
            <a:ext cx="1782900" cy="362400"/>
          </a:xfrm>
          <a:prstGeom prst="bentConnector3">
            <a:avLst>
              <a:gd fmla="val 27564" name="adj1"/>
            </a:avLst>
          </a:prstGeom>
          <a:noFill/>
          <a:ln cap="flat" cmpd="sng" w="9525">
            <a:solidFill>
              <a:schemeClr val="dk1"/>
            </a:solidFill>
            <a:prstDash val="solid"/>
            <a:round/>
            <a:headEnd len="sm" w="sm" type="none"/>
            <a:tailEnd len="sm" w="sm" type="none"/>
          </a:ln>
        </p:spPr>
      </p:cxnSp>
      <p:sp>
        <p:nvSpPr>
          <p:cNvPr id="136" name="Google Shape;136;p9"/>
          <p:cNvSpPr/>
          <p:nvPr/>
        </p:nvSpPr>
        <p:spPr>
          <a:xfrm>
            <a:off x="5525793" y="7857154"/>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m</a:t>
            </a:r>
            <a:endParaRPr b="1" sz="900">
              <a:solidFill>
                <a:schemeClr val="dk1"/>
              </a:solidFill>
              <a:latin typeface="Calibri"/>
              <a:ea typeface="Calibri"/>
              <a:cs typeface="Calibri"/>
              <a:sym typeface="Calibri"/>
            </a:endParaRPr>
          </a:p>
        </p:txBody>
      </p:sp>
      <p:sp>
        <p:nvSpPr>
          <p:cNvPr id="137" name="Google Shape;137;p9"/>
          <p:cNvSpPr/>
          <p:nvPr/>
        </p:nvSpPr>
        <p:spPr>
          <a:xfrm>
            <a:off x="4902317" y="7858826"/>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t/>
            </a:r>
            <a:endParaRPr b="1" sz="900">
              <a:solidFill>
                <a:schemeClr val="dk1"/>
              </a:solidFill>
              <a:latin typeface="Calibri"/>
              <a:ea typeface="Calibri"/>
              <a:cs typeface="Calibri"/>
              <a:sym typeface="Calibri"/>
            </a:endParaRPr>
          </a:p>
        </p:txBody>
      </p:sp>
      <p:sp>
        <p:nvSpPr>
          <p:cNvPr id="138" name="Google Shape;138;p9"/>
          <p:cNvSpPr/>
          <p:nvPr/>
        </p:nvSpPr>
        <p:spPr>
          <a:xfrm>
            <a:off x="5532090" y="7530678"/>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m</a:t>
            </a:r>
            <a:endParaRPr b="1" sz="900">
              <a:solidFill>
                <a:schemeClr val="dk1"/>
              </a:solidFill>
              <a:latin typeface="Calibri"/>
              <a:ea typeface="Calibri"/>
              <a:cs typeface="Calibri"/>
              <a:sym typeface="Calibri"/>
            </a:endParaRPr>
          </a:p>
        </p:txBody>
      </p:sp>
      <p:sp>
        <p:nvSpPr>
          <p:cNvPr id="139" name="Google Shape;139;p9"/>
          <p:cNvSpPr/>
          <p:nvPr/>
        </p:nvSpPr>
        <p:spPr>
          <a:xfrm>
            <a:off x="4895967" y="7537028"/>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t/>
            </a:r>
            <a:endParaRPr b="1" sz="900">
              <a:solidFill>
                <a:schemeClr val="dk1"/>
              </a:solidFill>
              <a:latin typeface="Calibri"/>
              <a:ea typeface="Calibri"/>
              <a:cs typeface="Calibri"/>
              <a:sym typeface="Calibri"/>
            </a:endParaRPr>
          </a:p>
        </p:txBody>
      </p:sp>
      <p:cxnSp>
        <p:nvCxnSpPr>
          <p:cNvPr id="140" name="Google Shape;140;p9"/>
          <p:cNvCxnSpPr/>
          <p:nvPr/>
        </p:nvCxnSpPr>
        <p:spPr>
          <a:xfrm flipH="1" rot="10800000">
            <a:off x="4368800" y="7451150"/>
            <a:ext cx="1763100" cy="746700"/>
          </a:xfrm>
          <a:prstGeom prst="bentConnector3">
            <a:avLst>
              <a:gd fmla="val 20470" name="adj1"/>
            </a:avLst>
          </a:prstGeom>
          <a:noFill/>
          <a:ln cap="flat" cmpd="sng" w="9525">
            <a:solidFill>
              <a:schemeClr val="dk1"/>
            </a:solidFill>
            <a:prstDash val="solid"/>
            <a:round/>
            <a:headEnd len="sm" w="sm" type="none"/>
            <a:tailEnd len="sm" w="sm" type="none"/>
          </a:ln>
        </p:spPr>
      </p:cxnSp>
      <p:sp>
        <p:nvSpPr>
          <p:cNvPr id="141" name="Google Shape;141;p9"/>
          <p:cNvSpPr/>
          <p:nvPr/>
        </p:nvSpPr>
        <p:spPr>
          <a:xfrm>
            <a:off x="5525792" y="7202924"/>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m</a:t>
            </a:r>
            <a:endParaRPr b="1" sz="900">
              <a:solidFill>
                <a:schemeClr val="dk1"/>
              </a:solidFill>
              <a:latin typeface="Calibri"/>
              <a:ea typeface="Calibri"/>
              <a:cs typeface="Calibri"/>
              <a:sym typeface="Calibri"/>
            </a:endParaRPr>
          </a:p>
        </p:txBody>
      </p:sp>
      <p:sp>
        <p:nvSpPr>
          <p:cNvPr id="142" name="Google Shape;142;p9"/>
          <p:cNvSpPr/>
          <p:nvPr/>
        </p:nvSpPr>
        <p:spPr>
          <a:xfrm>
            <a:off x="4889669" y="7209274"/>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t/>
            </a:r>
            <a:endParaRPr b="1" sz="900">
              <a:solidFill>
                <a:schemeClr val="dk1"/>
              </a:solidFill>
              <a:latin typeface="Calibri"/>
              <a:ea typeface="Calibri"/>
              <a:cs typeface="Calibri"/>
              <a:sym typeface="Calibri"/>
            </a:endParaRPr>
          </a:p>
        </p:txBody>
      </p:sp>
      <p:sp>
        <p:nvSpPr>
          <p:cNvPr id="143" name="Google Shape;143;p9"/>
          <p:cNvSpPr/>
          <p:nvPr/>
        </p:nvSpPr>
        <p:spPr>
          <a:xfrm>
            <a:off x="5525791" y="6888956"/>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m</a:t>
            </a:r>
            <a:endParaRPr b="1" sz="900">
              <a:solidFill>
                <a:schemeClr val="dk1"/>
              </a:solidFill>
              <a:latin typeface="Calibri"/>
              <a:ea typeface="Calibri"/>
              <a:cs typeface="Calibri"/>
              <a:sym typeface="Calibri"/>
            </a:endParaRPr>
          </a:p>
        </p:txBody>
      </p:sp>
      <p:sp>
        <p:nvSpPr>
          <p:cNvPr id="144" name="Google Shape;144;p9"/>
          <p:cNvSpPr/>
          <p:nvPr/>
        </p:nvSpPr>
        <p:spPr>
          <a:xfrm>
            <a:off x="4889668" y="6895306"/>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t/>
            </a:r>
            <a:endParaRPr b="1" sz="900">
              <a:solidFill>
                <a:schemeClr val="dk1"/>
              </a:solidFill>
              <a:latin typeface="Calibri"/>
              <a:ea typeface="Calibri"/>
              <a:cs typeface="Calibri"/>
              <a:sym typeface="Calibri"/>
            </a:endParaRPr>
          </a:p>
        </p:txBody>
      </p:sp>
      <p:sp>
        <p:nvSpPr>
          <p:cNvPr id="145" name="Google Shape;145;p9"/>
          <p:cNvSpPr/>
          <p:nvPr/>
        </p:nvSpPr>
        <p:spPr>
          <a:xfrm>
            <a:off x="5532090" y="6578956"/>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m</a:t>
            </a:r>
            <a:endParaRPr b="1" sz="900">
              <a:solidFill>
                <a:schemeClr val="dk1"/>
              </a:solidFill>
              <a:latin typeface="Calibri"/>
              <a:ea typeface="Calibri"/>
              <a:cs typeface="Calibri"/>
              <a:sym typeface="Calibri"/>
            </a:endParaRPr>
          </a:p>
        </p:txBody>
      </p:sp>
      <p:sp>
        <p:nvSpPr>
          <p:cNvPr id="146" name="Google Shape;146;p9"/>
          <p:cNvSpPr/>
          <p:nvPr/>
        </p:nvSpPr>
        <p:spPr>
          <a:xfrm>
            <a:off x="4895967" y="6585306"/>
            <a:ext cx="53140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t/>
            </a:r>
            <a:endParaRPr b="1" sz="900">
              <a:solidFill>
                <a:schemeClr val="dk1"/>
              </a:solidFill>
              <a:latin typeface="Calibri"/>
              <a:ea typeface="Calibri"/>
              <a:cs typeface="Calibri"/>
              <a:sym typeface="Calibri"/>
            </a:endParaRPr>
          </a:p>
        </p:txBody>
      </p:sp>
      <p:sp>
        <p:nvSpPr>
          <p:cNvPr id="147" name="Google Shape;147;p9"/>
          <p:cNvSpPr txBox="1"/>
          <p:nvPr/>
        </p:nvSpPr>
        <p:spPr>
          <a:xfrm>
            <a:off x="4712445" y="6151984"/>
            <a:ext cx="766128"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Bitola em Polegadas Líquido / Gás  </a:t>
            </a:r>
            <a:endParaRPr b="1" sz="800">
              <a:solidFill>
                <a:schemeClr val="dk1"/>
              </a:solidFill>
              <a:latin typeface="Calibri"/>
              <a:ea typeface="Calibri"/>
              <a:cs typeface="Calibri"/>
              <a:sym typeface="Calibri"/>
            </a:endParaRPr>
          </a:p>
        </p:txBody>
      </p:sp>
      <p:sp>
        <p:nvSpPr>
          <p:cNvPr id="148" name="Google Shape;148;p9"/>
          <p:cNvSpPr txBox="1"/>
          <p:nvPr/>
        </p:nvSpPr>
        <p:spPr>
          <a:xfrm>
            <a:off x="5407124" y="6281142"/>
            <a:ext cx="79208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Comprimento em Metros</a:t>
            </a:r>
            <a:endParaRPr b="1" sz="800">
              <a:solidFill>
                <a:schemeClr val="dk1"/>
              </a:solidFill>
              <a:latin typeface="Calibri"/>
              <a:ea typeface="Calibri"/>
              <a:cs typeface="Calibri"/>
              <a:sym typeface="Calibri"/>
            </a:endParaRPr>
          </a:p>
        </p:txBody>
      </p:sp>
      <p:sp>
        <p:nvSpPr>
          <p:cNvPr id="149" name="Google Shape;149;p9"/>
          <p:cNvSpPr txBox="1"/>
          <p:nvPr/>
        </p:nvSpPr>
        <p:spPr>
          <a:xfrm>
            <a:off x="6069246" y="6588224"/>
            <a:ext cx="27830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900">
                <a:solidFill>
                  <a:schemeClr val="dk1"/>
                </a:solidFill>
                <a:latin typeface="Calibri"/>
                <a:ea typeface="Calibri"/>
                <a:cs typeface="Calibri"/>
                <a:sym typeface="Calibri"/>
              </a:rPr>
              <a:t>A</a:t>
            </a:r>
            <a:endParaRPr b="1" sz="900">
              <a:solidFill>
                <a:schemeClr val="dk1"/>
              </a:solidFill>
              <a:latin typeface="Calibri"/>
              <a:ea typeface="Calibri"/>
              <a:cs typeface="Calibri"/>
              <a:sym typeface="Calibri"/>
            </a:endParaRPr>
          </a:p>
        </p:txBody>
      </p:sp>
      <p:sp>
        <p:nvSpPr>
          <p:cNvPr id="150" name="Google Shape;150;p9"/>
          <p:cNvSpPr txBox="1"/>
          <p:nvPr/>
        </p:nvSpPr>
        <p:spPr>
          <a:xfrm>
            <a:off x="6074648" y="6893591"/>
            <a:ext cx="27830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900">
                <a:solidFill>
                  <a:schemeClr val="dk1"/>
                </a:solidFill>
                <a:latin typeface="Calibri"/>
                <a:ea typeface="Calibri"/>
                <a:cs typeface="Calibri"/>
                <a:sym typeface="Calibri"/>
              </a:rPr>
              <a:t>B</a:t>
            </a:r>
            <a:endParaRPr b="1" sz="900">
              <a:solidFill>
                <a:schemeClr val="dk1"/>
              </a:solidFill>
              <a:latin typeface="Calibri"/>
              <a:ea typeface="Calibri"/>
              <a:cs typeface="Calibri"/>
              <a:sym typeface="Calibri"/>
            </a:endParaRPr>
          </a:p>
        </p:txBody>
      </p:sp>
      <p:sp>
        <p:nvSpPr>
          <p:cNvPr id="151" name="Google Shape;151;p9"/>
          <p:cNvSpPr txBox="1"/>
          <p:nvPr/>
        </p:nvSpPr>
        <p:spPr>
          <a:xfrm>
            <a:off x="6076260" y="7210781"/>
            <a:ext cx="27830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900">
                <a:solidFill>
                  <a:schemeClr val="dk1"/>
                </a:solidFill>
                <a:latin typeface="Calibri"/>
                <a:ea typeface="Calibri"/>
                <a:cs typeface="Calibri"/>
                <a:sym typeface="Calibri"/>
              </a:rPr>
              <a:t>C</a:t>
            </a:r>
            <a:endParaRPr b="1" sz="900">
              <a:solidFill>
                <a:schemeClr val="dk1"/>
              </a:solidFill>
              <a:latin typeface="Calibri"/>
              <a:ea typeface="Calibri"/>
              <a:cs typeface="Calibri"/>
              <a:sym typeface="Calibri"/>
            </a:endParaRPr>
          </a:p>
        </p:txBody>
      </p:sp>
      <p:sp>
        <p:nvSpPr>
          <p:cNvPr id="152" name="Google Shape;152;p9"/>
          <p:cNvSpPr txBox="1"/>
          <p:nvPr/>
        </p:nvSpPr>
        <p:spPr>
          <a:xfrm>
            <a:off x="6080030" y="7528502"/>
            <a:ext cx="27830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900">
                <a:solidFill>
                  <a:schemeClr val="dk1"/>
                </a:solidFill>
                <a:latin typeface="Calibri"/>
                <a:ea typeface="Calibri"/>
                <a:cs typeface="Calibri"/>
                <a:sym typeface="Calibri"/>
              </a:rPr>
              <a:t>D</a:t>
            </a:r>
            <a:endParaRPr b="1" sz="900">
              <a:solidFill>
                <a:schemeClr val="dk1"/>
              </a:solidFill>
              <a:latin typeface="Calibri"/>
              <a:ea typeface="Calibri"/>
              <a:cs typeface="Calibri"/>
              <a:sym typeface="Calibri"/>
            </a:endParaRPr>
          </a:p>
        </p:txBody>
      </p:sp>
      <p:sp>
        <p:nvSpPr>
          <p:cNvPr id="153" name="Google Shape;153;p9"/>
          <p:cNvSpPr txBox="1"/>
          <p:nvPr/>
        </p:nvSpPr>
        <p:spPr>
          <a:xfrm>
            <a:off x="6092730" y="7858399"/>
            <a:ext cx="278306" cy="2308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900">
                <a:solidFill>
                  <a:schemeClr val="dk1"/>
                </a:solidFill>
                <a:latin typeface="Calibri"/>
                <a:ea typeface="Calibri"/>
                <a:cs typeface="Calibri"/>
                <a:sym typeface="Calibri"/>
              </a:rPr>
              <a:t>E</a:t>
            </a:r>
            <a:endParaRPr b="1" sz="900">
              <a:solidFill>
                <a:schemeClr val="dk1"/>
              </a:solidFill>
              <a:latin typeface="Calibri"/>
              <a:ea typeface="Calibri"/>
              <a:cs typeface="Calibri"/>
              <a:sym typeface="Calibri"/>
            </a:endParaRPr>
          </a:p>
        </p:txBody>
      </p:sp>
      <p:sp>
        <p:nvSpPr>
          <p:cNvPr id="154" name="Google Shape;154;p9"/>
          <p:cNvSpPr/>
          <p:nvPr/>
        </p:nvSpPr>
        <p:spPr>
          <a:xfrm>
            <a:off x="332656" y="6870699"/>
            <a:ext cx="619480"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t/>
            </a:r>
            <a:endParaRPr b="1" sz="900">
              <a:solidFill>
                <a:schemeClr val="dk1"/>
              </a:solidFill>
              <a:latin typeface="Calibri"/>
              <a:ea typeface="Calibri"/>
              <a:cs typeface="Calibri"/>
              <a:sym typeface="Calibri"/>
            </a:endParaRPr>
          </a:p>
        </p:txBody>
      </p:sp>
      <p:sp>
        <p:nvSpPr>
          <p:cNvPr id="155" name="Google Shape;155;p9"/>
          <p:cNvSpPr txBox="1"/>
          <p:nvPr/>
        </p:nvSpPr>
        <p:spPr>
          <a:xfrm>
            <a:off x="263987" y="6465416"/>
            <a:ext cx="762225"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Bitola em Polegadas</a:t>
            </a:r>
            <a:br>
              <a:rPr b="1" lang="pt-BR" sz="800">
                <a:solidFill>
                  <a:schemeClr val="dk1"/>
                </a:solidFill>
                <a:latin typeface="Calibri"/>
                <a:ea typeface="Calibri"/>
                <a:cs typeface="Calibri"/>
                <a:sym typeface="Calibri"/>
              </a:rPr>
            </a:br>
            <a:r>
              <a:rPr b="1" lang="pt-BR" sz="800">
                <a:solidFill>
                  <a:schemeClr val="dk1"/>
                </a:solidFill>
                <a:latin typeface="Calibri"/>
                <a:ea typeface="Calibri"/>
                <a:cs typeface="Calibri"/>
                <a:sym typeface="Calibri"/>
              </a:rPr>
              <a:t>Liquido / Gás </a:t>
            </a:r>
            <a:endParaRPr b="1" sz="800">
              <a:solidFill>
                <a:schemeClr val="dk1"/>
              </a:solidFill>
              <a:latin typeface="Calibri"/>
              <a:ea typeface="Calibri"/>
              <a:cs typeface="Calibri"/>
              <a:sym typeface="Calibri"/>
            </a:endParaRPr>
          </a:p>
        </p:txBody>
      </p:sp>
      <p:sp>
        <p:nvSpPr>
          <p:cNvPr id="156" name="Google Shape;156;p9"/>
          <p:cNvSpPr txBox="1"/>
          <p:nvPr/>
        </p:nvSpPr>
        <p:spPr>
          <a:xfrm>
            <a:off x="1620962" y="7124610"/>
            <a:ext cx="698451" cy="2154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Desnível</a:t>
            </a:r>
            <a:endParaRPr b="1" sz="800">
              <a:solidFill>
                <a:schemeClr val="dk1"/>
              </a:solidFill>
              <a:latin typeface="Calibri"/>
              <a:ea typeface="Calibri"/>
              <a:cs typeface="Calibri"/>
              <a:sym typeface="Calibri"/>
            </a:endParaRPr>
          </a:p>
        </p:txBody>
      </p:sp>
      <p:sp>
        <p:nvSpPr>
          <p:cNvPr id="157" name="Google Shape;157;p9"/>
          <p:cNvSpPr txBox="1"/>
          <p:nvPr/>
        </p:nvSpPr>
        <p:spPr>
          <a:xfrm>
            <a:off x="463972" y="7109271"/>
            <a:ext cx="97632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Comprimento entre Unidade Externa e Interna</a:t>
            </a:r>
            <a:endParaRPr b="1" sz="800">
              <a:solidFill>
                <a:schemeClr val="dk1"/>
              </a:solidFill>
              <a:latin typeface="Calibri"/>
              <a:ea typeface="Calibri"/>
              <a:cs typeface="Calibri"/>
              <a:sym typeface="Calibri"/>
            </a:endParaRPr>
          </a:p>
        </p:txBody>
      </p:sp>
      <p:sp>
        <p:nvSpPr>
          <p:cNvPr id="158" name="Google Shape;158;p9"/>
          <p:cNvSpPr/>
          <p:nvPr/>
        </p:nvSpPr>
        <p:spPr>
          <a:xfrm rot="-1199043">
            <a:off x="2556978" y="6199811"/>
            <a:ext cx="1508920" cy="1174027"/>
          </a:xfrm>
          <a:prstGeom prst="star7">
            <a:avLst>
              <a:gd fmla="val 34601" name="adj"/>
              <a:gd fmla="val 102572" name="hf"/>
              <a:gd fmla="val 105210" name="vf"/>
            </a:avLst>
          </a:prstGeom>
          <a:solidFill>
            <a:srgbClr val="FFFF00"/>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ctr">
              <a:spcBef>
                <a:spcPts val="0"/>
              </a:spcBef>
              <a:spcAft>
                <a:spcPts val="0"/>
              </a:spcAft>
              <a:buNone/>
            </a:pPr>
            <a:r>
              <a:rPr lang="pt-BR" sz="800">
                <a:solidFill>
                  <a:schemeClr val="dk1"/>
                </a:solidFill>
                <a:latin typeface="Calibri"/>
                <a:ea typeface="Calibri"/>
                <a:cs typeface="Calibri"/>
                <a:sym typeface="Calibri"/>
              </a:rPr>
              <a:t>Certifique-se que</a:t>
            </a:r>
            <a:r>
              <a:rPr lang="pt-BR" sz="800">
                <a:solidFill>
                  <a:schemeClr val="dk1"/>
                </a:solidFill>
                <a:latin typeface="Calibri"/>
                <a:ea typeface="Calibri"/>
                <a:cs typeface="Calibri"/>
                <a:sym typeface="Calibri"/>
              </a:rPr>
              <a:t> o comprimento e as bitolas das tubulações estejam de acordo conforme manual  </a:t>
            </a:r>
            <a:endParaRPr sz="800">
              <a:solidFill>
                <a:schemeClr val="dk1"/>
              </a:solidFill>
              <a:latin typeface="Calibri"/>
              <a:ea typeface="Calibri"/>
              <a:cs typeface="Calibri"/>
              <a:sym typeface="Calibri"/>
            </a:endParaRPr>
          </a:p>
        </p:txBody>
      </p:sp>
      <p:sp>
        <p:nvSpPr>
          <p:cNvPr id="159" name="Google Shape;159;p9"/>
          <p:cNvSpPr txBox="1"/>
          <p:nvPr/>
        </p:nvSpPr>
        <p:spPr>
          <a:xfrm>
            <a:off x="163966" y="4938390"/>
            <a:ext cx="320530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7.2 Foi adicionado Gás Refrigerante ao Sistema ?</a:t>
            </a:r>
            <a:endParaRPr b="0" sz="1200">
              <a:solidFill>
                <a:schemeClr val="dk1"/>
              </a:solidFill>
              <a:latin typeface="Calibri"/>
              <a:ea typeface="Calibri"/>
              <a:cs typeface="Calibri"/>
              <a:sym typeface="Calibri"/>
            </a:endParaRPr>
          </a:p>
        </p:txBody>
      </p:sp>
      <p:sp>
        <p:nvSpPr>
          <p:cNvPr id="160" name="Google Shape;160;p9"/>
          <p:cNvSpPr/>
          <p:nvPr/>
        </p:nvSpPr>
        <p:spPr>
          <a:xfrm>
            <a:off x="3284984" y="4985461"/>
            <a:ext cx="288032" cy="220955"/>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161" name="Google Shape;161;p9"/>
          <p:cNvSpPr txBox="1"/>
          <p:nvPr/>
        </p:nvSpPr>
        <p:spPr>
          <a:xfrm>
            <a:off x="3492445" y="4951727"/>
            <a:ext cx="37120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Sim </a:t>
            </a:r>
            <a:endParaRPr b="0" sz="1200">
              <a:solidFill>
                <a:schemeClr val="dk1"/>
              </a:solidFill>
              <a:latin typeface="Calibri"/>
              <a:ea typeface="Calibri"/>
              <a:cs typeface="Calibri"/>
              <a:sym typeface="Calibri"/>
            </a:endParaRPr>
          </a:p>
        </p:txBody>
      </p:sp>
      <p:sp>
        <p:nvSpPr>
          <p:cNvPr id="162" name="Google Shape;162;p9"/>
          <p:cNvSpPr txBox="1"/>
          <p:nvPr/>
        </p:nvSpPr>
        <p:spPr>
          <a:xfrm>
            <a:off x="1628800" y="7674896"/>
            <a:ext cx="162038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Temp. no evaporador   </a:t>
            </a:r>
            <a:endParaRPr b="0" sz="1200">
              <a:solidFill>
                <a:schemeClr val="dk1"/>
              </a:solidFill>
              <a:latin typeface="Calibri"/>
              <a:ea typeface="Calibri"/>
              <a:cs typeface="Calibri"/>
              <a:sym typeface="Calibri"/>
            </a:endParaRPr>
          </a:p>
        </p:txBody>
      </p:sp>
      <p:sp>
        <p:nvSpPr>
          <p:cNvPr id="163" name="Google Shape;163;p9"/>
          <p:cNvSpPr/>
          <p:nvPr/>
        </p:nvSpPr>
        <p:spPr>
          <a:xfrm>
            <a:off x="4293096" y="5288052"/>
            <a:ext cx="2027631" cy="220955"/>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164" name="Google Shape;164;p9"/>
          <p:cNvSpPr/>
          <p:nvPr/>
        </p:nvSpPr>
        <p:spPr>
          <a:xfrm>
            <a:off x="3944895" y="4972166"/>
            <a:ext cx="288032" cy="220955"/>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165" name="Google Shape;165;p9"/>
          <p:cNvSpPr txBox="1"/>
          <p:nvPr/>
        </p:nvSpPr>
        <p:spPr>
          <a:xfrm>
            <a:off x="163240" y="5251807"/>
            <a:ext cx="420467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7.3 Quanto de Gás Refrigerante foi adicionado ao Sistema (g/m)?</a:t>
            </a:r>
            <a:endParaRPr b="0" sz="1200">
              <a:solidFill>
                <a:schemeClr val="dk1"/>
              </a:solidFill>
              <a:latin typeface="Calibri"/>
              <a:ea typeface="Calibri"/>
              <a:cs typeface="Calibri"/>
              <a:sym typeface="Calibri"/>
            </a:endParaRPr>
          </a:p>
        </p:txBody>
      </p:sp>
      <p:sp>
        <p:nvSpPr>
          <p:cNvPr id="166" name="Google Shape;166;p9"/>
          <p:cNvSpPr txBox="1"/>
          <p:nvPr/>
        </p:nvSpPr>
        <p:spPr>
          <a:xfrm>
            <a:off x="2924944" y="4266945"/>
            <a:ext cx="63991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R-410A</a:t>
            </a:r>
            <a:endParaRPr b="0" sz="1200">
              <a:solidFill>
                <a:schemeClr val="dk1"/>
              </a:solidFill>
              <a:latin typeface="Calibri"/>
              <a:ea typeface="Calibri"/>
              <a:cs typeface="Calibri"/>
              <a:sym typeface="Calibri"/>
            </a:endParaRPr>
          </a:p>
        </p:txBody>
      </p:sp>
      <p:sp>
        <p:nvSpPr>
          <p:cNvPr id="167" name="Google Shape;167;p9"/>
          <p:cNvSpPr/>
          <p:nvPr/>
        </p:nvSpPr>
        <p:spPr>
          <a:xfrm>
            <a:off x="2686235" y="4294968"/>
            <a:ext cx="288032" cy="220955"/>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168" name="Google Shape;168;p9"/>
          <p:cNvSpPr txBox="1"/>
          <p:nvPr/>
        </p:nvSpPr>
        <p:spPr>
          <a:xfrm>
            <a:off x="3811725" y="4251622"/>
            <a:ext cx="471604"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R-32</a:t>
            </a:r>
            <a:endParaRPr b="0" sz="1200">
              <a:solidFill>
                <a:schemeClr val="dk1"/>
              </a:solidFill>
              <a:latin typeface="Calibri"/>
              <a:ea typeface="Calibri"/>
              <a:cs typeface="Calibri"/>
              <a:sym typeface="Calibri"/>
            </a:endParaRPr>
          </a:p>
        </p:txBody>
      </p:sp>
      <p:sp>
        <p:nvSpPr>
          <p:cNvPr id="169" name="Google Shape;169;p9"/>
          <p:cNvSpPr/>
          <p:nvPr/>
        </p:nvSpPr>
        <p:spPr>
          <a:xfrm>
            <a:off x="3573016" y="4279645"/>
            <a:ext cx="288032" cy="220955"/>
          </a:xfrm>
          <a:prstGeom prst="rect">
            <a:avLst/>
          </a:prstGeom>
          <a:noFill/>
          <a:ln cap="flat" cmpd="sng" w="127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lt1"/>
              </a:solidFill>
              <a:latin typeface="Calibri"/>
              <a:ea typeface="Calibri"/>
              <a:cs typeface="Calibri"/>
              <a:sym typeface="Calibri"/>
            </a:endParaRPr>
          </a:p>
        </p:txBody>
      </p:sp>
      <p:sp>
        <p:nvSpPr>
          <p:cNvPr id="170" name="Google Shape;170;p9"/>
          <p:cNvSpPr txBox="1"/>
          <p:nvPr/>
        </p:nvSpPr>
        <p:spPr>
          <a:xfrm>
            <a:off x="6061490" y="670651"/>
            <a:ext cx="777240" cy="321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pt-BR" sz="900">
                <a:solidFill>
                  <a:schemeClr val="dk1"/>
                </a:solidFill>
                <a:latin typeface="Times New Roman"/>
                <a:ea typeface="Times New Roman"/>
                <a:cs typeface="Times New Roman"/>
                <a:sym typeface="Times New Roman"/>
              </a:rPr>
              <a:t>Versão:</a:t>
            </a:r>
            <a:r>
              <a:rPr lang="pt-BR" sz="900">
                <a:solidFill>
                  <a:schemeClr val="dk1"/>
                </a:solidFill>
                <a:latin typeface="Times New Roman"/>
                <a:ea typeface="Times New Roman"/>
                <a:cs typeface="Times New Roman"/>
                <a:sym typeface="Times New Roman"/>
              </a:rPr>
              <a:t> 01</a:t>
            </a:r>
            <a:endParaRPr sz="12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lang="pt-BR" sz="900">
                <a:solidFill>
                  <a:schemeClr val="dk1"/>
                </a:solidFill>
                <a:latin typeface="Times New Roman"/>
                <a:ea typeface="Times New Roman"/>
                <a:cs typeface="Times New Roman"/>
                <a:sym typeface="Times New Roman"/>
              </a:rPr>
              <a:t>Página</a:t>
            </a:r>
            <a:r>
              <a:rPr lang="pt-BR" sz="900">
                <a:solidFill>
                  <a:schemeClr val="dk1"/>
                </a:solidFill>
                <a:latin typeface="Times New Roman"/>
                <a:ea typeface="Times New Roman"/>
                <a:cs typeface="Times New Roman"/>
                <a:sym typeface="Times New Roman"/>
              </a:rPr>
              <a:t> 3/5</a:t>
            </a:r>
            <a:endParaRPr sz="1200">
              <a:solidFill>
                <a:schemeClr val="dk1"/>
              </a:solidFill>
              <a:latin typeface="Times New Roman"/>
              <a:ea typeface="Times New Roman"/>
              <a:cs typeface="Times New Roman"/>
              <a:sym typeface="Times New Roman"/>
            </a:endParaRPr>
          </a:p>
        </p:txBody>
      </p:sp>
      <p:sp>
        <p:nvSpPr>
          <p:cNvPr id="171" name="Google Shape;171;p9"/>
          <p:cNvSpPr txBox="1"/>
          <p:nvPr/>
        </p:nvSpPr>
        <p:spPr>
          <a:xfrm>
            <a:off x="1738907" y="7884368"/>
            <a:ext cx="566563"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Entrada</a:t>
            </a:r>
            <a:br>
              <a:rPr b="1" lang="pt-BR" sz="800">
                <a:solidFill>
                  <a:schemeClr val="dk1"/>
                </a:solidFill>
                <a:latin typeface="Calibri"/>
                <a:ea typeface="Calibri"/>
                <a:cs typeface="Calibri"/>
                <a:sym typeface="Calibri"/>
              </a:rPr>
            </a:br>
            <a:r>
              <a:rPr b="1" lang="pt-BR" sz="600">
                <a:solidFill>
                  <a:schemeClr val="dk1"/>
                </a:solidFill>
                <a:latin typeface="Calibri"/>
                <a:ea typeface="Calibri"/>
                <a:cs typeface="Calibri"/>
                <a:sym typeface="Calibri"/>
              </a:rPr>
              <a:t>Retorno</a:t>
            </a:r>
            <a:endParaRPr b="1" sz="600">
              <a:solidFill>
                <a:schemeClr val="dk1"/>
              </a:solidFill>
              <a:latin typeface="Calibri"/>
              <a:ea typeface="Calibri"/>
              <a:cs typeface="Calibri"/>
              <a:sym typeface="Calibri"/>
            </a:endParaRPr>
          </a:p>
        </p:txBody>
      </p:sp>
      <p:sp>
        <p:nvSpPr>
          <p:cNvPr id="172" name="Google Shape;172;p9"/>
          <p:cNvSpPr/>
          <p:nvPr/>
        </p:nvSpPr>
        <p:spPr>
          <a:xfrm>
            <a:off x="2256828" y="7937204"/>
            <a:ext cx="51816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°C</a:t>
            </a:r>
            <a:endParaRPr b="1" sz="900">
              <a:solidFill>
                <a:schemeClr val="dk1"/>
              </a:solidFill>
              <a:latin typeface="Calibri"/>
              <a:ea typeface="Calibri"/>
              <a:cs typeface="Calibri"/>
              <a:sym typeface="Calibri"/>
            </a:endParaRPr>
          </a:p>
        </p:txBody>
      </p:sp>
      <p:sp>
        <p:nvSpPr>
          <p:cNvPr id="173" name="Google Shape;173;p9"/>
          <p:cNvSpPr txBox="1"/>
          <p:nvPr/>
        </p:nvSpPr>
        <p:spPr>
          <a:xfrm>
            <a:off x="1700808" y="8100392"/>
            <a:ext cx="610601"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chemeClr val="dk1"/>
                </a:solidFill>
                <a:latin typeface="Calibri"/>
                <a:ea typeface="Calibri"/>
                <a:cs typeface="Calibri"/>
                <a:sym typeface="Calibri"/>
              </a:rPr>
              <a:t>Saída</a:t>
            </a:r>
            <a:br>
              <a:rPr b="1" lang="pt-BR" sz="800">
                <a:solidFill>
                  <a:schemeClr val="dk1"/>
                </a:solidFill>
                <a:latin typeface="Calibri"/>
                <a:ea typeface="Calibri"/>
                <a:cs typeface="Calibri"/>
                <a:sym typeface="Calibri"/>
              </a:rPr>
            </a:br>
            <a:r>
              <a:rPr b="1" lang="pt-BR" sz="600">
                <a:solidFill>
                  <a:schemeClr val="dk1"/>
                </a:solidFill>
                <a:latin typeface="Calibri"/>
                <a:ea typeface="Calibri"/>
                <a:cs typeface="Calibri"/>
                <a:sym typeface="Calibri"/>
              </a:rPr>
              <a:t>Insuflamento</a:t>
            </a:r>
            <a:endParaRPr b="1" sz="600">
              <a:solidFill>
                <a:schemeClr val="dk1"/>
              </a:solidFill>
              <a:latin typeface="Calibri"/>
              <a:ea typeface="Calibri"/>
              <a:cs typeface="Calibri"/>
              <a:sym typeface="Calibri"/>
            </a:endParaRPr>
          </a:p>
        </p:txBody>
      </p:sp>
      <p:sp>
        <p:nvSpPr>
          <p:cNvPr id="174" name="Google Shape;174;p9"/>
          <p:cNvSpPr/>
          <p:nvPr/>
        </p:nvSpPr>
        <p:spPr>
          <a:xfrm>
            <a:off x="2262767" y="8167469"/>
            <a:ext cx="518161" cy="220955"/>
          </a:xfrm>
          <a:prstGeom prst="rect">
            <a:avLst/>
          </a:prstGeom>
          <a:noFill/>
          <a:ln cap="flat" cmpd="sng" w="12700">
            <a:solidFill>
              <a:srgbClr val="D8D8D8"/>
            </a:solidFill>
            <a:prstDash val="solid"/>
            <a:round/>
            <a:headEnd len="sm" w="sm" type="none"/>
            <a:tailEnd len="sm" w="sm" type="none"/>
          </a:ln>
        </p:spPr>
        <p:txBody>
          <a:bodyPr anchorCtr="0" anchor="ctr" bIns="45700" lIns="0" spcFirstLastPara="1" rIns="0" wrap="square" tIns="45700">
            <a:noAutofit/>
          </a:bodyPr>
          <a:lstStyle/>
          <a:p>
            <a:pPr indent="0" lvl="0" marL="0" marR="0" rtl="0" algn="r">
              <a:spcBef>
                <a:spcPts val="0"/>
              </a:spcBef>
              <a:spcAft>
                <a:spcPts val="0"/>
              </a:spcAft>
              <a:buNone/>
            </a:pPr>
            <a:r>
              <a:rPr b="1" lang="pt-BR" sz="900">
                <a:solidFill>
                  <a:schemeClr val="dk1"/>
                </a:solidFill>
                <a:latin typeface="Calibri"/>
                <a:ea typeface="Calibri"/>
                <a:cs typeface="Calibri"/>
                <a:sym typeface="Calibri"/>
              </a:rPr>
              <a:t>°C</a:t>
            </a:r>
            <a:endParaRPr b="1" sz="900">
              <a:solidFill>
                <a:schemeClr val="dk1"/>
              </a:solidFill>
              <a:latin typeface="Calibri"/>
              <a:ea typeface="Calibri"/>
              <a:cs typeface="Calibri"/>
              <a:sym typeface="Calibri"/>
            </a:endParaRPr>
          </a:p>
        </p:txBody>
      </p:sp>
      <p:sp>
        <p:nvSpPr>
          <p:cNvPr id="175" name="Google Shape;175;p9"/>
          <p:cNvSpPr txBox="1"/>
          <p:nvPr/>
        </p:nvSpPr>
        <p:spPr>
          <a:xfrm>
            <a:off x="4209920" y="4956289"/>
            <a:ext cx="474810"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Não </a:t>
            </a:r>
            <a:endParaRPr b="0" sz="1200">
              <a:solidFill>
                <a:schemeClr val="dk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176" name="Shape 176"/>
        <p:cNvGrpSpPr/>
        <p:nvPr/>
      </p:nvGrpSpPr>
      <p:grpSpPr>
        <a:xfrm>
          <a:off x="0" y="0"/>
          <a:ext cx="0" cy="0"/>
          <a:chOff x="0" y="0"/>
          <a:chExt cx="0" cy="0"/>
        </a:xfrm>
      </p:grpSpPr>
      <p:sp>
        <p:nvSpPr>
          <p:cNvPr id="177" name="Google Shape;177;p10"/>
          <p:cNvSpPr txBox="1"/>
          <p:nvPr/>
        </p:nvSpPr>
        <p:spPr>
          <a:xfrm>
            <a:off x="141537" y="1031632"/>
            <a:ext cx="330218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400">
                <a:solidFill>
                  <a:schemeClr val="dk1"/>
                </a:solidFill>
                <a:latin typeface="Calibri"/>
                <a:ea typeface="Calibri"/>
                <a:cs typeface="Calibri"/>
                <a:sym typeface="Calibri"/>
              </a:rPr>
              <a:t>ANÁLISE</a:t>
            </a:r>
            <a:r>
              <a:rPr b="1" lang="pt-BR" sz="1400">
                <a:solidFill>
                  <a:schemeClr val="dk1"/>
                </a:solidFill>
                <a:latin typeface="Calibri"/>
                <a:ea typeface="Calibri"/>
                <a:cs typeface="Calibri"/>
                <a:sym typeface="Calibri"/>
              </a:rPr>
              <a:t> A SER REALIZADA PELO TÉCNICO</a:t>
            </a:r>
            <a:endParaRPr b="1" sz="1400">
              <a:solidFill>
                <a:schemeClr val="dk1"/>
              </a:solidFill>
              <a:latin typeface="Calibri"/>
              <a:ea typeface="Calibri"/>
              <a:cs typeface="Calibri"/>
              <a:sym typeface="Calibri"/>
            </a:endParaRPr>
          </a:p>
        </p:txBody>
      </p:sp>
      <p:sp>
        <p:nvSpPr>
          <p:cNvPr id="178" name="Google Shape;178;p10"/>
          <p:cNvSpPr txBox="1"/>
          <p:nvPr/>
        </p:nvSpPr>
        <p:spPr>
          <a:xfrm>
            <a:off x="141536" y="1308791"/>
            <a:ext cx="375048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200">
                <a:solidFill>
                  <a:schemeClr val="dk1"/>
                </a:solidFill>
                <a:latin typeface="Calibri"/>
                <a:ea typeface="Calibri"/>
                <a:cs typeface="Calibri"/>
                <a:sym typeface="Calibri"/>
              </a:rPr>
              <a:t>8. Teste mecânico e elétrico realizado no compressor</a:t>
            </a:r>
            <a:endParaRPr b="1" sz="1200">
              <a:solidFill>
                <a:schemeClr val="dk1"/>
              </a:solidFill>
              <a:latin typeface="Calibri"/>
              <a:ea typeface="Calibri"/>
              <a:cs typeface="Calibri"/>
              <a:sym typeface="Calibri"/>
            </a:endParaRPr>
          </a:p>
        </p:txBody>
      </p:sp>
      <p:sp>
        <p:nvSpPr>
          <p:cNvPr id="179" name="Google Shape;179;p10"/>
          <p:cNvSpPr txBox="1"/>
          <p:nvPr/>
        </p:nvSpPr>
        <p:spPr>
          <a:xfrm>
            <a:off x="163673" y="4231010"/>
            <a:ext cx="152024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8.2 Teste de Massa</a:t>
            </a:r>
            <a:endParaRPr b="0" sz="1200">
              <a:solidFill>
                <a:schemeClr val="dk1"/>
              </a:solidFill>
              <a:latin typeface="Calibri"/>
              <a:ea typeface="Calibri"/>
              <a:cs typeface="Calibri"/>
              <a:sym typeface="Calibri"/>
            </a:endParaRPr>
          </a:p>
        </p:txBody>
      </p:sp>
      <p:pic>
        <p:nvPicPr>
          <p:cNvPr descr="C:\Users\LG\Desktop\CAM00549.jpg" id="180" name="Google Shape;180;p10"/>
          <p:cNvPicPr preferRelativeResize="0"/>
          <p:nvPr/>
        </p:nvPicPr>
        <p:blipFill rotWithShape="1">
          <a:blip r:embed="rId2">
            <a:alphaModFix/>
          </a:blip>
          <a:srcRect b="0" l="0" r="0" t="0"/>
          <a:stretch/>
        </p:blipFill>
        <p:spPr>
          <a:xfrm>
            <a:off x="3566543" y="5013196"/>
            <a:ext cx="848146" cy="812628"/>
          </a:xfrm>
          <a:prstGeom prst="rect">
            <a:avLst/>
          </a:prstGeom>
          <a:noFill/>
          <a:ln>
            <a:noFill/>
          </a:ln>
        </p:spPr>
      </p:pic>
      <p:grpSp>
        <p:nvGrpSpPr>
          <p:cNvPr id="181" name="Google Shape;181;p10"/>
          <p:cNvGrpSpPr/>
          <p:nvPr/>
        </p:nvGrpSpPr>
        <p:grpSpPr>
          <a:xfrm>
            <a:off x="287397" y="4976277"/>
            <a:ext cx="935144" cy="844663"/>
            <a:chOff x="6660232" y="2636912"/>
            <a:chExt cx="1474186" cy="916671"/>
          </a:xfrm>
        </p:grpSpPr>
        <p:pic>
          <p:nvPicPr>
            <p:cNvPr id="182" name="Google Shape;182;p10"/>
            <p:cNvPicPr preferRelativeResize="0"/>
            <p:nvPr/>
          </p:nvPicPr>
          <p:blipFill rotWithShape="1">
            <a:blip r:embed="rId3">
              <a:alphaModFix/>
            </a:blip>
            <a:srcRect b="0" l="0" r="0" t="0"/>
            <a:stretch/>
          </p:blipFill>
          <p:spPr>
            <a:xfrm>
              <a:off x="6660232" y="2636912"/>
              <a:ext cx="1269713" cy="916671"/>
            </a:xfrm>
            <a:prstGeom prst="rect">
              <a:avLst/>
            </a:prstGeom>
            <a:noFill/>
            <a:ln>
              <a:noFill/>
            </a:ln>
          </p:spPr>
        </p:pic>
        <p:sp>
          <p:nvSpPr>
            <p:cNvPr id="183" name="Google Shape;183;p10"/>
            <p:cNvSpPr txBox="1"/>
            <p:nvPr/>
          </p:nvSpPr>
          <p:spPr>
            <a:xfrm>
              <a:off x="7499561" y="2636912"/>
              <a:ext cx="634857" cy="233811"/>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800">
                  <a:solidFill>
                    <a:schemeClr val="dk1"/>
                  </a:solidFill>
                  <a:latin typeface="Calibri"/>
                  <a:ea typeface="Calibri"/>
                  <a:cs typeface="Calibri"/>
                  <a:sym typeface="Calibri"/>
                </a:rPr>
                <a:t>Tubo</a:t>
              </a:r>
              <a:endParaRPr sz="800">
                <a:solidFill>
                  <a:schemeClr val="dk1"/>
                </a:solidFill>
                <a:latin typeface="Calibri"/>
                <a:ea typeface="Calibri"/>
                <a:cs typeface="Calibri"/>
                <a:sym typeface="Calibri"/>
              </a:endParaRPr>
            </a:p>
          </p:txBody>
        </p:sp>
      </p:grpSp>
      <p:graphicFrame>
        <p:nvGraphicFramePr>
          <p:cNvPr id="184" name="Google Shape;184;p10"/>
          <p:cNvGraphicFramePr/>
          <p:nvPr/>
        </p:nvGraphicFramePr>
        <p:xfrm>
          <a:off x="1239062" y="4980480"/>
          <a:ext cx="3000000" cy="3000000"/>
        </p:xfrm>
        <a:graphic>
          <a:graphicData uri="http://schemas.openxmlformats.org/drawingml/2006/table">
            <a:tbl>
              <a:tblPr bandRow="1" firstRow="1">
                <a:noFill/>
                <a:tableStyleId>{F40E58AD-1F7B-402A-A3EE-2EDB90C0901C}</a:tableStyleId>
              </a:tblPr>
              <a:tblGrid>
                <a:gridCol w="698050"/>
                <a:gridCol w="1186700"/>
              </a:tblGrid>
              <a:tr h="208250">
                <a:tc>
                  <a:txBody>
                    <a:bodyPr/>
                    <a:lstStyle/>
                    <a:p>
                      <a:pPr indent="0" lvl="0" marL="0" marR="0" rtl="0" algn="ctr">
                        <a:spcBef>
                          <a:spcPts val="0"/>
                        </a:spcBef>
                        <a:spcAft>
                          <a:spcPts val="0"/>
                        </a:spcAft>
                        <a:buNone/>
                      </a:pPr>
                      <a:r>
                        <a:rPr lang="pt-BR" sz="800" u="none" cap="none" strike="noStrike">
                          <a:solidFill>
                            <a:schemeClr val="lt1"/>
                          </a:solidFill>
                        </a:rPr>
                        <a:t>Terminal</a:t>
                      </a:r>
                      <a:endParaRPr sz="800" u="none" cap="none" strike="noStrike">
                        <a:solidFill>
                          <a:schemeClr val="lt1"/>
                        </a:solidFill>
                      </a:endParaRPr>
                    </a:p>
                  </a:txBody>
                  <a:tcPr marT="45725" marB="45725" marR="91450" marL="91450" anchor="ctr">
                    <a:solidFill>
                      <a:srgbClr val="B10F2A"/>
                    </a:solidFill>
                  </a:tcPr>
                </a:tc>
                <a:tc>
                  <a:txBody>
                    <a:bodyPr/>
                    <a:lstStyle/>
                    <a:p>
                      <a:pPr indent="0" lvl="0" marL="0" marR="0" rtl="0" algn="ctr">
                        <a:spcBef>
                          <a:spcPts val="0"/>
                        </a:spcBef>
                        <a:spcAft>
                          <a:spcPts val="0"/>
                        </a:spcAft>
                        <a:buNone/>
                      </a:pPr>
                      <a:r>
                        <a:rPr b="1" lang="pt-BR" sz="800" u="none" cap="none" strike="noStrike">
                          <a:solidFill>
                            <a:schemeClr val="lt1"/>
                          </a:solidFill>
                          <a:latin typeface="Calibri"/>
                          <a:ea typeface="Calibri"/>
                          <a:cs typeface="Calibri"/>
                          <a:sym typeface="Calibri"/>
                        </a:rPr>
                        <a:t>Resistência</a:t>
                      </a:r>
                      <a:r>
                        <a:rPr lang="pt-BR" sz="800" u="none" cap="none" strike="noStrike">
                          <a:solidFill>
                            <a:schemeClr val="dk1"/>
                          </a:solidFill>
                        </a:rPr>
                        <a:t> </a:t>
                      </a:r>
                      <a:r>
                        <a:rPr b="1" lang="pt-BR" sz="800" u="none" cap="none" strike="noStrike">
                          <a:solidFill>
                            <a:schemeClr val="lt1"/>
                          </a:solidFill>
                          <a:latin typeface="Calibri"/>
                          <a:ea typeface="Calibri"/>
                          <a:cs typeface="Calibri"/>
                          <a:sym typeface="Calibri"/>
                        </a:rPr>
                        <a:t>Isolamento</a:t>
                      </a:r>
                      <a:endParaRPr b="1" sz="800" u="none" cap="none" strike="noStrike">
                        <a:solidFill>
                          <a:schemeClr val="lt1"/>
                        </a:solidFill>
                        <a:latin typeface="Calibri"/>
                        <a:ea typeface="Calibri"/>
                        <a:cs typeface="Calibri"/>
                        <a:sym typeface="Calibri"/>
                      </a:endParaRPr>
                    </a:p>
                  </a:txBody>
                  <a:tcPr marT="45725" marB="45725" marR="91450" marL="91450">
                    <a:solidFill>
                      <a:srgbClr val="B10F2A"/>
                    </a:solidFill>
                  </a:tcPr>
                </a:tc>
              </a:tr>
              <a:tr h="208250">
                <a:tc>
                  <a:txBody>
                    <a:bodyPr/>
                    <a:lstStyle/>
                    <a:p>
                      <a:pPr indent="0" lvl="0" marL="0" marR="0" rtl="0" algn="ctr">
                        <a:spcBef>
                          <a:spcPts val="0"/>
                        </a:spcBef>
                        <a:spcAft>
                          <a:spcPts val="0"/>
                        </a:spcAft>
                        <a:buNone/>
                      </a:pPr>
                      <a:r>
                        <a:rPr b="1" lang="pt-BR" sz="800" u="none" cap="none" strike="noStrike">
                          <a:solidFill>
                            <a:srgbClr val="FF0000"/>
                          </a:solidFill>
                        </a:rPr>
                        <a:t>U</a:t>
                      </a:r>
                      <a:r>
                        <a:rPr lang="pt-BR" sz="800" u="none" cap="none" strike="noStrike"/>
                        <a:t> – </a:t>
                      </a:r>
                      <a:r>
                        <a:rPr b="1" lang="pt-BR" sz="800" u="none" cap="none" strike="noStrike">
                          <a:solidFill>
                            <a:schemeClr val="dk1"/>
                          </a:solidFill>
                        </a:rPr>
                        <a:t>terra</a:t>
                      </a:r>
                      <a:r>
                        <a:rPr lang="pt-BR" sz="800" u="none" cap="none" strike="noStrike"/>
                        <a:t> </a:t>
                      </a:r>
                      <a:endParaRPr sz="800" u="none" cap="none" strike="noStrike"/>
                    </a:p>
                  </a:txBody>
                  <a:tcPr marT="45725" marB="45725" marR="91450" marL="91450"/>
                </a:tc>
                <a:tc>
                  <a:txBody>
                    <a:bodyPr/>
                    <a:lstStyle/>
                    <a:p>
                      <a:pPr indent="0" lvl="0" marL="0" marR="0" rtl="0" algn="ctr">
                        <a:spcBef>
                          <a:spcPts val="0"/>
                        </a:spcBef>
                        <a:spcAft>
                          <a:spcPts val="0"/>
                        </a:spcAft>
                        <a:buNone/>
                      </a:pPr>
                      <a:r>
                        <a:rPr lang="pt-BR" sz="800" u="none" cap="none" strike="noStrike"/>
                        <a:t>Acima 10M</a:t>
                      </a:r>
                      <a:r>
                        <a:rPr lang="pt-BR" sz="800" u="none" cap="none" strike="noStrike">
                          <a:latin typeface="Calibri"/>
                          <a:ea typeface="Calibri"/>
                          <a:cs typeface="Calibri"/>
                          <a:sym typeface="Calibri"/>
                        </a:rPr>
                        <a:t>Ω</a:t>
                      </a:r>
                      <a:endParaRPr sz="800" u="none" cap="none" strike="noStrike"/>
                    </a:p>
                  </a:txBody>
                  <a:tcPr marT="45725" marB="45725" marR="91450" marL="91450"/>
                </a:tc>
              </a:tr>
              <a:tr h="208250">
                <a:tc>
                  <a:txBody>
                    <a:bodyPr/>
                    <a:lstStyle/>
                    <a:p>
                      <a:pPr indent="0" lvl="0" marL="0" marR="0" rtl="0" algn="ctr">
                        <a:spcBef>
                          <a:spcPts val="0"/>
                        </a:spcBef>
                        <a:spcAft>
                          <a:spcPts val="0"/>
                        </a:spcAft>
                        <a:buNone/>
                      </a:pPr>
                      <a:r>
                        <a:rPr b="1" lang="pt-BR" sz="800" u="none" cap="none" strike="noStrike">
                          <a:solidFill>
                            <a:srgbClr val="0070C0"/>
                          </a:solidFill>
                        </a:rPr>
                        <a:t>V</a:t>
                      </a:r>
                      <a:r>
                        <a:rPr lang="pt-BR" sz="800" u="none" cap="none" strike="noStrike"/>
                        <a:t> – </a:t>
                      </a:r>
                      <a:r>
                        <a:rPr b="1" lang="pt-BR" sz="800" u="none" cap="none" strike="noStrike">
                          <a:solidFill>
                            <a:schemeClr val="dk1"/>
                          </a:solidFill>
                        </a:rPr>
                        <a:t>terra</a:t>
                      </a:r>
                      <a:r>
                        <a:rPr lang="pt-BR" sz="800" u="none" cap="none" strike="noStrike"/>
                        <a:t> </a:t>
                      </a:r>
                      <a:endParaRPr sz="800" u="none" cap="none" strike="noStrike"/>
                    </a:p>
                  </a:txBody>
                  <a:tcPr marT="45725" marB="45725" marR="91450" marL="91450"/>
                </a:tc>
                <a:tc>
                  <a:txBody>
                    <a:bodyPr/>
                    <a:lstStyle/>
                    <a:p>
                      <a:pPr indent="0" lvl="0" marL="0" marR="0" rtl="0" algn="ctr">
                        <a:spcBef>
                          <a:spcPts val="0"/>
                        </a:spcBef>
                        <a:spcAft>
                          <a:spcPts val="0"/>
                        </a:spcAft>
                        <a:buNone/>
                      </a:pPr>
                      <a:r>
                        <a:rPr lang="pt-BR" sz="800" u="none" cap="none" strike="noStrike"/>
                        <a:t>Acima 10M</a:t>
                      </a:r>
                      <a:r>
                        <a:rPr lang="pt-BR" sz="800" u="none" cap="none" strike="noStrike">
                          <a:latin typeface="Calibri"/>
                          <a:ea typeface="Calibri"/>
                          <a:cs typeface="Calibri"/>
                          <a:sym typeface="Calibri"/>
                        </a:rPr>
                        <a:t>Ω</a:t>
                      </a:r>
                      <a:endParaRPr sz="800" u="none" cap="none" strike="noStrike"/>
                    </a:p>
                  </a:txBody>
                  <a:tcPr marT="45725" marB="45725" marR="91450" marL="91450"/>
                </a:tc>
              </a:tr>
              <a:tr h="208250">
                <a:tc>
                  <a:txBody>
                    <a:bodyPr/>
                    <a:lstStyle/>
                    <a:p>
                      <a:pPr indent="0" lvl="0" marL="0" marR="0" rtl="0" algn="ctr">
                        <a:spcBef>
                          <a:spcPts val="0"/>
                        </a:spcBef>
                        <a:spcAft>
                          <a:spcPts val="0"/>
                        </a:spcAft>
                        <a:buNone/>
                      </a:pPr>
                      <a:r>
                        <a:rPr b="1" lang="pt-BR" sz="800" u="none" cap="none" strike="noStrike">
                          <a:solidFill>
                            <a:srgbClr val="FFBC01"/>
                          </a:solidFill>
                        </a:rPr>
                        <a:t>W</a:t>
                      </a:r>
                      <a:r>
                        <a:rPr lang="pt-BR" sz="800" u="none" cap="none" strike="noStrike"/>
                        <a:t> – </a:t>
                      </a:r>
                      <a:r>
                        <a:rPr b="1" lang="pt-BR" sz="800" u="none" cap="none" strike="noStrike">
                          <a:solidFill>
                            <a:schemeClr val="dk1"/>
                          </a:solidFill>
                        </a:rPr>
                        <a:t>terra</a:t>
                      </a:r>
                      <a:r>
                        <a:rPr lang="pt-BR" sz="800" u="none" cap="none" strike="noStrike"/>
                        <a:t> </a:t>
                      </a:r>
                      <a:endParaRPr sz="800" u="none" cap="none" strike="noStrike"/>
                    </a:p>
                  </a:txBody>
                  <a:tcPr marT="45725" marB="45725" marR="91450" marL="91450"/>
                </a:tc>
                <a:tc>
                  <a:txBody>
                    <a:bodyPr/>
                    <a:lstStyle/>
                    <a:p>
                      <a:pPr indent="0" lvl="0" marL="0" marR="0" rtl="0" algn="ctr">
                        <a:spcBef>
                          <a:spcPts val="0"/>
                        </a:spcBef>
                        <a:spcAft>
                          <a:spcPts val="0"/>
                        </a:spcAft>
                        <a:buNone/>
                      </a:pPr>
                      <a:r>
                        <a:rPr lang="pt-BR" sz="800" u="none" cap="none" strike="noStrike"/>
                        <a:t>Acima 10M</a:t>
                      </a:r>
                      <a:r>
                        <a:rPr lang="pt-BR" sz="800" u="none" cap="none" strike="noStrike">
                          <a:latin typeface="Calibri"/>
                          <a:ea typeface="Calibri"/>
                          <a:cs typeface="Calibri"/>
                          <a:sym typeface="Calibri"/>
                        </a:rPr>
                        <a:t>Ω</a:t>
                      </a:r>
                      <a:endParaRPr sz="800" u="none" cap="none" strike="noStrike"/>
                    </a:p>
                  </a:txBody>
                  <a:tcPr marT="45725" marB="45725" marR="91450" marL="91450"/>
                </a:tc>
              </a:tr>
            </a:tbl>
          </a:graphicData>
        </a:graphic>
      </p:graphicFrame>
      <p:graphicFrame>
        <p:nvGraphicFramePr>
          <p:cNvPr id="185" name="Google Shape;185;p10"/>
          <p:cNvGraphicFramePr/>
          <p:nvPr/>
        </p:nvGraphicFramePr>
        <p:xfrm>
          <a:off x="4514387" y="5014704"/>
          <a:ext cx="3000000" cy="3000000"/>
        </p:xfrm>
        <a:graphic>
          <a:graphicData uri="http://schemas.openxmlformats.org/drawingml/2006/table">
            <a:tbl>
              <a:tblPr bandRow="1" firstRow="1">
                <a:noFill/>
                <a:tableStyleId>{F40E58AD-1F7B-402A-A3EE-2EDB90C0901C}</a:tableStyleId>
              </a:tblPr>
              <a:tblGrid>
                <a:gridCol w="704175"/>
                <a:gridCol w="1197100"/>
              </a:tblGrid>
              <a:tr h="183275">
                <a:tc>
                  <a:txBody>
                    <a:bodyPr/>
                    <a:lstStyle/>
                    <a:p>
                      <a:pPr indent="0" lvl="0" marL="0" marR="0" rtl="0" algn="ctr">
                        <a:spcBef>
                          <a:spcPts val="0"/>
                        </a:spcBef>
                        <a:spcAft>
                          <a:spcPts val="0"/>
                        </a:spcAft>
                        <a:buNone/>
                      </a:pPr>
                      <a:r>
                        <a:rPr b="1" lang="pt-BR" sz="800" u="none" cap="none" strike="noStrike">
                          <a:solidFill>
                            <a:schemeClr val="lt1"/>
                          </a:solidFill>
                          <a:latin typeface="Calibri"/>
                          <a:ea typeface="Calibri"/>
                          <a:cs typeface="Calibri"/>
                          <a:sym typeface="Calibri"/>
                        </a:rPr>
                        <a:t>Terminal</a:t>
                      </a:r>
                      <a:endParaRPr b="1" sz="800" u="none" cap="none" strike="noStrike">
                        <a:solidFill>
                          <a:schemeClr val="lt1"/>
                        </a:solidFill>
                        <a:latin typeface="Calibri"/>
                        <a:ea typeface="Calibri"/>
                        <a:cs typeface="Calibri"/>
                        <a:sym typeface="Calibri"/>
                      </a:endParaRPr>
                    </a:p>
                  </a:txBody>
                  <a:tcPr marT="45725" marB="45725" marR="91450" marL="91450" anchor="ctr">
                    <a:solidFill>
                      <a:srgbClr val="B10F2A"/>
                    </a:solidFill>
                  </a:tcPr>
                </a:tc>
                <a:tc>
                  <a:txBody>
                    <a:bodyPr/>
                    <a:lstStyle/>
                    <a:p>
                      <a:pPr indent="0" lvl="0" marL="0" marR="0" rtl="0" algn="ctr">
                        <a:spcBef>
                          <a:spcPts val="0"/>
                        </a:spcBef>
                        <a:spcAft>
                          <a:spcPts val="0"/>
                        </a:spcAft>
                        <a:buNone/>
                      </a:pPr>
                      <a:r>
                        <a:rPr b="1" lang="pt-BR" sz="800" u="none" cap="none" strike="noStrike">
                          <a:solidFill>
                            <a:schemeClr val="lt1"/>
                          </a:solidFill>
                          <a:latin typeface="Calibri"/>
                          <a:ea typeface="Calibri"/>
                          <a:cs typeface="Calibri"/>
                          <a:sym typeface="Calibri"/>
                        </a:rPr>
                        <a:t>Valor</a:t>
                      </a:r>
                      <a:r>
                        <a:rPr lang="pt-BR" sz="800" u="none" cap="none" strike="noStrike">
                          <a:solidFill>
                            <a:schemeClr val="dk1"/>
                          </a:solidFill>
                        </a:rPr>
                        <a:t> </a:t>
                      </a:r>
                      <a:r>
                        <a:rPr b="1" lang="pt-BR" sz="800" u="none" cap="none" strike="noStrike">
                          <a:solidFill>
                            <a:schemeClr val="lt1"/>
                          </a:solidFill>
                          <a:latin typeface="Calibri"/>
                          <a:ea typeface="Calibri"/>
                          <a:cs typeface="Calibri"/>
                          <a:sym typeface="Calibri"/>
                        </a:rPr>
                        <a:t>Encontrado</a:t>
                      </a:r>
                      <a:endParaRPr b="1" sz="800" u="none" cap="none" strike="noStrike">
                        <a:solidFill>
                          <a:schemeClr val="lt1"/>
                        </a:solidFill>
                        <a:latin typeface="Calibri"/>
                        <a:ea typeface="Calibri"/>
                        <a:cs typeface="Calibri"/>
                        <a:sym typeface="Calibri"/>
                      </a:endParaRPr>
                    </a:p>
                  </a:txBody>
                  <a:tcPr marT="45725" marB="45725" marR="91450" marL="91450">
                    <a:solidFill>
                      <a:srgbClr val="B10F2A"/>
                    </a:solidFill>
                  </a:tcPr>
                </a:tc>
              </a:tr>
              <a:tr h="186400">
                <a:tc>
                  <a:txBody>
                    <a:bodyPr/>
                    <a:lstStyle/>
                    <a:p>
                      <a:pPr indent="0" lvl="0" marL="0" marR="0" rtl="0" algn="ctr">
                        <a:spcBef>
                          <a:spcPts val="0"/>
                        </a:spcBef>
                        <a:spcAft>
                          <a:spcPts val="0"/>
                        </a:spcAft>
                        <a:buNone/>
                      </a:pPr>
                      <a:r>
                        <a:rPr b="1" lang="pt-BR" sz="800" u="none" cap="none" strike="noStrike">
                          <a:solidFill>
                            <a:srgbClr val="FF0000"/>
                          </a:solidFill>
                        </a:rPr>
                        <a:t>U</a:t>
                      </a:r>
                      <a:r>
                        <a:rPr lang="pt-BR" sz="800" u="none" cap="none" strike="noStrike"/>
                        <a:t> – </a:t>
                      </a:r>
                      <a:r>
                        <a:rPr b="1" lang="pt-BR" sz="800" u="none" cap="none" strike="noStrike">
                          <a:solidFill>
                            <a:schemeClr val="dk1"/>
                          </a:solidFill>
                        </a:rPr>
                        <a:t>terra</a:t>
                      </a:r>
                      <a:r>
                        <a:rPr lang="pt-BR" sz="800" u="none" cap="none" strike="noStrike"/>
                        <a:t> </a:t>
                      </a:r>
                      <a:endParaRPr sz="800" u="none" cap="none" strike="noStrike"/>
                    </a:p>
                  </a:txBody>
                  <a:tcPr marT="45725" marB="45725" marR="91450" marL="91450"/>
                </a:tc>
                <a:tc>
                  <a:txBody>
                    <a:bodyPr/>
                    <a:lstStyle/>
                    <a:p>
                      <a:pPr indent="0" lvl="0" marL="0" marR="0" rtl="0" algn="ctr">
                        <a:spcBef>
                          <a:spcPts val="0"/>
                        </a:spcBef>
                        <a:spcAft>
                          <a:spcPts val="0"/>
                        </a:spcAft>
                        <a:buNone/>
                      </a:pPr>
                      <a:r>
                        <a:t/>
                      </a:r>
                      <a:endParaRPr sz="800" u="none" cap="none" strike="noStrike"/>
                    </a:p>
                  </a:txBody>
                  <a:tcPr marT="45725" marB="45725" marR="91450" marL="91450">
                    <a:solidFill>
                      <a:schemeClr val="lt1"/>
                    </a:solidFill>
                  </a:tcPr>
                </a:tc>
              </a:tr>
              <a:tr h="186400">
                <a:tc>
                  <a:txBody>
                    <a:bodyPr/>
                    <a:lstStyle/>
                    <a:p>
                      <a:pPr indent="0" lvl="0" marL="0" marR="0" rtl="0" algn="ctr">
                        <a:spcBef>
                          <a:spcPts val="0"/>
                        </a:spcBef>
                        <a:spcAft>
                          <a:spcPts val="0"/>
                        </a:spcAft>
                        <a:buNone/>
                      </a:pPr>
                      <a:r>
                        <a:rPr b="1" lang="pt-BR" sz="800" u="none" cap="none" strike="noStrike">
                          <a:solidFill>
                            <a:srgbClr val="0070C0"/>
                          </a:solidFill>
                        </a:rPr>
                        <a:t>V</a:t>
                      </a:r>
                      <a:r>
                        <a:rPr lang="pt-BR" sz="800" u="none" cap="none" strike="noStrike"/>
                        <a:t> – </a:t>
                      </a:r>
                      <a:r>
                        <a:rPr b="1" lang="pt-BR" sz="800" u="none" cap="none" strike="noStrike">
                          <a:solidFill>
                            <a:schemeClr val="dk1"/>
                          </a:solidFill>
                        </a:rPr>
                        <a:t>terra</a:t>
                      </a:r>
                      <a:r>
                        <a:rPr lang="pt-BR" sz="800" u="none" cap="none" strike="noStrike"/>
                        <a:t> </a:t>
                      </a:r>
                      <a:endParaRPr sz="800" u="none" cap="none" strike="noStrike"/>
                    </a:p>
                  </a:txBody>
                  <a:tcPr marT="45725" marB="45725" marR="91450" marL="91450"/>
                </a:tc>
                <a:tc>
                  <a:txBody>
                    <a:bodyPr/>
                    <a:lstStyle/>
                    <a:p>
                      <a:pPr indent="0" lvl="0" marL="0" marR="0" rtl="0" algn="ctr">
                        <a:spcBef>
                          <a:spcPts val="0"/>
                        </a:spcBef>
                        <a:spcAft>
                          <a:spcPts val="0"/>
                        </a:spcAft>
                        <a:buNone/>
                      </a:pPr>
                      <a:r>
                        <a:t/>
                      </a:r>
                      <a:endParaRPr sz="800" u="none" cap="none" strike="noStrike"/>
                    </a:p>
                  </a:txBody>
                  <a:tcPr marT="45725" marB="45725" marR="91450" marL="91450">
                    <a:solidFill>
                      <a:schemeClr val="lt1"/>
                    </a:solidFill>
                  </a:tcPr>
                </a:tc>
              </a:tr>
              <a:tr h="186400">
                <a:tc>
                  <a:txBody>
                    <a:bodyPr/>
                    <a:lstStyle/>
                    <a:p>
                      <a:pPr indent="0" lvl="0" marL="0" marR="0" rtl="0" algn="ctr">
                        <a:spcBef>
                          <a:spcPts val="0"/>
                        </a:spcBef>
                        <a:spcAft>
                          <a:spcPts val="0"/>
                        </a:spcAft>
                        <a:buNone/>
                      </a:pPr>
                      <a:r>
                        <a:rPr b="1" lang="pt-BR" sz="800" u="none" cap="none" strike="noStrike">
                          <a:solidFill>
                            <a:srgbClr val="FFBC01"/>
                          </a:solidFill>
                        </a:rPr>
                        <a:t>W</a:t>
                      </a:r>
                      <a:r>
                        <a:rPr lang="pt-BR" sz="800" u="none" cap="none" strike="noStrike"/>
                        <a:t> – </a:t>
                      </a:r>
                      <a:r>
                        <a:rPr b="1" lang="pt-BR" sz="800" u="none" cap="none" strike="noStrike">
                          <a:solidFill>
                            <a:schemeClr val="dk1"/>
                          </a:solidFill>
                        </a:rPr>
                        <a:t>terra</a:t>
                      </a:r>
                      <a:r>
                        <a:rPr lang="pt-BR" sz="800" u="none" cap="none" strike="noStrike"/>
                        <a:t> </a:t>
                      </a:r>
                      <a:endParaRPr sz="800" u="none" cap="none" strike="noStrike"/>
                    </a:p>
                  </a:txBody>
                  <a:tcPr marT="45725" marB="45725" marR="91450" marL="91450"/>
                </a:tc>
                <a:tc>
                  <a:txBody>
                    <a:bodyPr/>
                    <a:lstStyle/>
                    <a:p>
                      <a:pPr indent="0" lvl="0" marL="0" marR="0" rtl="0" algn="ctr">
                        <a:spcBef>
                          <a:spcPts val="0"/>
                        </a:spcBef>
                        <a:spcAft>
                          <a:spcPts val="0"/>
                        </a:spcAft>
                        <a:buNone/>
                      </a:pPr>
                      <a:r>
                        <a:t/>
                      </a:r>
                      <a:endParaRPr sz="800" u="none" cap="none" strike="noStrike"/>
                    </a:p>
                  </a:txBody>
                  <a:tcPr marT="45725" marB="45725" marR="91450" marL="91450">
                    <a:solidFill>
                      <a:schemeClr val="lt1"/>
                    </a:solidFill>
                  </a:tcPr>
                </a:tc>
              </a:tr>
            </a:tbl>
          </a:graphicData>
        </a:graphic>
      </p:graphicFrame>
      <p:sp>
        <p:nvSpPr>
          <p:cNvPr id="186" name="Google Shape;186;p10"/>
          <p:cNvSpPr/>
          <p:nvPr/>
        </p:nvSpPr>
        <p:spPr>
          <a:xfrm>
            <a:off x="260648" y="4467538"/>
            <a:ext cx="2836416" cy="461665"/>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800">
                <a:solidFill>
                  <a:schemeClr val="dk1"/>
                </a:solidFill>
                <a:latin typeface="Calibri"/>
                <a:ea typeface="Calibri"/>
                <a:cs typeface="Calibri"/>
                <a:sym typeface="Calibri"/>
              </a:rPr>
              <a:t>Na leitura da </a:t>
            </a:r>
            <a:r>
              <a:rPr b="1" lang="pt-BR" sz="800">
                <a:solidFill>
                  <a:schemeClr val="dk1"/>
                </a:solidFill>
                <a:latin typeface="Calibri"/>
                <a:ea typeface="Calibri"/>
                <a:cs typeface="Calibri"/>
                <a:sym typeface="Calibri"/>
              </a:rPr>
              <a:t>resistência ôhmica </a:t>
            </a:r>
            <a:r>
              <a:rPr lang="pt-BR" sz="800">
                <a:solidFill>
                  <a:schemeClr val="dk1"/>
                </a:solidFill>
                <a:latin typeface="Calibri"/>
                <a:ea typeface="Calibri"/>
                <a:cs typeface="Calibri"/>
                <a:sym typeface="Calibri"/>
              </a:rPr>
              <a:t>não poderá haver condução de pólo para uma parte aterrada ( carcaça / tubo ).</a:t>
            </a:r>
            <a:endParaRPr/>
          </a:p>
          <a:p>
            <a:pPr indent="0" lvl="0" marL="0" marR="0" rtl="0" algn="just">
              <a:spcBef>
                <a:spcPts val="0"/>
              </a:spcBef>
              <a:spcAft>
                <a:spcPts val="0"/>
              </a:spcAft>
              <a:buNone/>
            </a:pPr>
            <a:r>
              <a:rPr lang="pt-BR" sz="800">
                <a:solidFill>
                  <a:schemeClr val="dk1"/>
                </a:solidFill>
                <a:latin typeface="Calibri"/>
                <a:ea typeface="Calibri"/>
                <a:cs typeface="Calibri"/>
                <a:sym typeface="Calibri"/>
              </a:rPr>
              <a:t>Este teste auxilia se houve curto circuito no compressor</a:t>
            </a:r>
            <a:endParaRPr sz="800">
              <a:solidFill>
                <a:schemeClr val="dk1"/>
              </a:solidFill>
              <a:latin typeface="Calibri"/>
              <a:ea typeface="Calibri"/>
              <a:cs typeface="Calibri"/>
              <a:sym typeface="Calibri"/>
            </a:endParaRPr>
          </a:p>
        </p:txBody>
      </p:sp>
      <p:sp>
        <p:nvSpPr>
          <p:cNvPr id="187" name="Google Shape;187;p10"/>
          <p:cNvSpPr txBox="1"/>
          <p:nvPr/>
        </p:nvSpPr>
        <p:spPr>
          <a:xfrm>
            <a:off x="3566543" y="4231010"/>
            <a:ext cx="324683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8.3 Informe os valores de resistência Ôhmica encontrada no teste de isolação (massa)</a:t>
            </a:r>
            <a:endParaRPr b="0" sz="1200">
              <a:solidFill>
                <a:schemeClr val="dk1"/>
              </a:solidFill>
              <a:latin typeface="Calibri"/>
              <a:ea typeface="Calibri"/>
              <a:cs typeface="Calibri"/>
              <a:sym typeface="Calibri"/>
            </a:endParaRPr>
          </a:p>
        </p:txBody>
      </p:sp>
      <p:sp>
        <p:nvSpPr>
          <p:cNvPr id="188" name="Google Shape;188;p10"/>
          <p:cNvSpPr txBox="1"/>
          <p:nvPr/>
        </p:nvSpPr>
        <p:spPr>
          <a:xfrm>
            <a:off x="164095" y="5955288"/>
            <a:ext cx="240080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8.4 Teste do Compressor Inverter </a:t>
            </a:r>
            <a:endParaRPr b="0" sz="1200">
              <a:solidFill>
                <a:schemeClr val="dk1"/>
              </a:solidFill>
              <a:latin typeface="Calibri"/>
              <a:ea typeface="Calibri"/>
              <a:cs typeface="Calibri"/>
              <a:sym typeface="Calibri"/>
            </a:endParaRPr>
          </a:p>
        </p:txBody>
      </p:sp>
      <p:sp>
        <p:nvSpPr>
          <p:cNvPr id="189" name="Google Shape;189;p10"/>
          <p:cNvSpPr txBox="1"/>
          <p:nvPr/>
        </p:nvSpPr>
        <p:spPr>
          <a:xfrm>
            <a:off x="276235" y="6115179"/>
            <a:ext cx="2898377" cy="338554"/>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pt-BR" sz="800">
                <a:solidFill>
                  <a:schemeClr val="dk1"/>
                </a:solidFill>
                <a:latin typeface="Calibri"/>
                <a:ea typeface="Calibri"/>
                <a:cs typeface="Calibri"/>
                <a:sym typeface="Calibri"/>
              </a:rPr>
              <a:t>Os valores medidos podem variar entre 0,5 até 8 Ω, devendo haver uma </a:t>
            </a:r>
            <a:r>
              <a:rPr lang="pt-BR" sz="800" u="sng">
                <a:solidFill>
                  <a:schemeClr val="dk1"/>
                </a:solidFill>
                <a:latin typeface="Calibri"/>
                <a:ea typeface="Calibri"/>
                <a:cs typeface="Calibri"/>
                <a:sym typeface="Calibri"/>
              </a:rPr>
              <a:t>tolerância máxima de até 0,5 Ω entre eles.</a:t>
            </a:r>
            <a:endParaRPr sz="800" u="sng">
              <a:solidFill>
                <a:schemeClr val="dk1"/>
              </a:solidFill>
              <a:latin typeface="Calibri"/>
              <a:ea typeface="Calibri"/>
              <a:cs typeface="Calibri"/>
              <a:sym typeface="Calibri"/>
            </a:endParaRPr>
          </a:p>
        </p:txBody>
      </p:sp>
      <p:pic>
        <p:nvPicPr>
          <p:cNvPr id="190" name="Google Shape;190;p10"/>
          <p:cNvPicPr preferRelativeResize="0"/>
          <p:nvPr/>
        </p:nvPicPr>
        <p:blipFill rotWithShape="1">
          <a:blip r:embed="rId4">
            <a:alphaModFix/>
          </a:blip>
          <a:srcRect b="0" l="0" r="0" t="0"/>
          <a:stretch/>
        </p:blipFill>
        <p:spPr>
          <a:xfrm>
            <a:off x="303723" y="6462900"/>
            <a:ext cx="1226263" cy="774482"/>
          </a:xfrm>
          <a:prstGeom prst="rect">
            <a:avLst/>
          </a:prstGeom>
          <a:noFill/>
          <a:ln>
            <a:noFill/>
          </a:ln>
        </p:spPr>
      </p:pic>
      <p:graphicFrame>
        <p:nvGraphicFramePr>
          <p:cNvPr id="191" name="Google Shape;191;p10"/>
          <p:cNvGraphicFramePr/>
          <p:nvPr/>
        </p:nvGraphicFramePr>
        <p:xfrm>
          <a:off x="1628800" y="6459414"/>
          <a:ext cx="3000000" cy="3000000"/>
        </p:xfrm>
        <a:graphic>
          <a:graphicData uri="http://schemas.openxmlformats.org/drawingml/2006/table">
            <a:tbl>
              <a:tblPr bandRow="1" firstRow="1">
                <a:noFill/>
                <a:tableStyleId>{F40E58AD-1F7B-402A-A3EE-2EDB90C0901C}</a:tableStyleId>
              </a:tblPr>
              <a:tblGrid>
                <a:gridCol w="622900"/>
                <a:gridCol w="845375"/>
              </a:tblGrid>
              <a:tr h="194500">
                <a:tc gridSpan="2">
                  <a:txBody>
                    <a:bodyPr/>
                    <a:lstStyle/>
                    <a:p>
                      <a:pPr indent="0" lvl="0" marL="0" marR="0" rtl="0" algn="ctr">
                        <a:spcBef>
                          <a:spcPts val="0"/>
                        </a:spcBef>
                        <a:spcAft>
                          <a:spcPts val="0"/>
                        </a:spcAft>
                        <a:buNone/>
                      </a:pPr>
                      <a:r>
                        <a:rPr b="1" lang="pt-BR" sz="800" u="none" cap="none" strike="noStrike">
                          <a:solidFill>
                            <a:schemeClr val="lt1"/>
                          </a:solidFill>
                          <a:latin typeface="Calibri"/>
                          <a:ea typeface="Calibri"/>
                          <a:cs typeface="Calibri"/>
                          <a:sym typeface="Calibri"/>
                        </a:rPr>
                        <a:t>Tabela Resistência</a:t>
                      </a:r>
                      <a:endParaRPr b="1" sz="800" u="none" cap="none" strike="noStrike">
                        <a:solidFill>
                          <a:schemeClr val="lt1"/>
                        </a:solidFill>
                        <a:latin typeface="Calibri"/>
                        <a:ea typeface="Calibri"/>
                        <a:cs typeface="Calibri"/>
                        <a:sym typeface="Calibri"/>
                      </a:endParaRPr>
                    </a:p>
                  </a:txBody>
                  <a:tcPr marT="45725" marB="45725" marR="91450" marL="91450">
                    <a:solidFill>
                      <a:srgbClr val="B10F2A"/>
                    </a:solidFill>
                  </a:tcPr>
                </a:tc>
                <a:tc hMerge="1"/>
              </a:tr>
              <a:tr h="194500">
                <a:tc>
                  <a:txBody>
                    <a:bodyPr/>
                    <a:lstStyle/>
                    <a:p>
                      <a:pPr indent="0" lvl="0" marL="0" marR="0" rtl="0" algn="ctr">
                        <a:spcBef>
                          <a:spcPts val="0"/>
                        </a:spcBef>
                        <a:spcAft>
                          <a:spcPts val="0"/>
                        </a:spcAft>
                        <a:buNone/>
                      </a:pPr>
                      <a:r>
                        <a:rPr b="1" lang="pt-BR" sz="800" u="none" cap="none" strike="noStrike">
                          <a:solidFill>
                            <a:srgbClr val="FF0000"/>
                          </a:solidFill>
                        </a:rPr>
                        <a:t>U</a:t>
                      </a:r>
                      <a:r>
                        <a:rPr lang="pt-BR" sz="800" u="none" cap="none" strike="noStrike"/>
                        <a:t> – </a:t>
                      </a:r>
                      <a:r>
                        <a:rPr b="1" lang="pt-BR" sz="800" u="none" cap="none" strike="noStrike">
                          <a:solidFill>
                            <a:srgbClr val="0070C0"/>
                          </a:solidFill>
                        </a:rPr>
                        <a:t>V</a:t>
                      </a:r>
                      <a:r>
                        <a:rPr lang="pt-BR" sz="800" u="none" cap="none" strike="noStrike"/>
                        <a:t> </a:t>
                      </a:r>
                      <a:endParaRPr sz="800" u="none" cap="none" strike="noStrike"/>
                    </a:p>
                  </a:txBody>
                  <a:tcPr marT="45725" marB="45725" marR="91450" marL="91450"/>
                </a:tc>
                <a:tc>
                  <a:txBody>
                    <a:bodyPr/>
                    <a:lstStyle/>
                    <a:p>
                      <a:pPr indent="0" lvl="0" marL="0" marR="0" rtl="0" algn="ctr">
                        <a:spcBef>
                          <a:spcPts val="0"/>
                        </a:spcBef>
                        <a:spcAft>
                          <a:spcPts val="0"/>
                        </a:spcAft>
                        <a:buNone/>
                      </a:pPr>
                      <a:r>
                        <a:rPr lang="pt-BR" sz="800" u="none" cap="none" strike="noStrike"/>
                        <a:t>0,5 até 8 </a:t>
                      </a:r>
                      <a:r>
                        <a:rPr lang="pt-BR" sz="800" u="none" cap="none" strike="noStrike">
                          <a:latin typeface="Calibri"/>
                          <a:ea typeface="Calibri"/>
                          <a:cs typeface="Calibri"/>
                          <a:sym typeface="Calibri"/>
                        </a:rPr>
                        <a:t>Ω</a:t>
                      </a:r>
                      <a:endParaRPr sz="800" u="none" cap="none" strike="noStrike"/>
                    </a:p>
                  </a:txBody>
                  <a:tcPr marT="45725" marB="45725" marR="91450" marL="91450"/>
                </a:tc>
              </a:tr>
              <a:tr h="194500">
                <a:tc>
                  <a:txBody>
                    <a:bodyPr/>
                    <a:lstStyle/>
                    <a:p>
                      <a:pPr indent="0" lvl="0" marL="0" marR="0" rtl="0" algn="ctr">
                        <a:spcBef>
                          <a:spcPts val="0"/>
                        </a:spcBef>
                        <a:spcAft>
                          <a:spcPts val="0"/>
                        </a:spcAft>
                        <a:buNone/>
                      </a:pPr>
                      <a:r>
                        <a:rPr b="1" lang="pt-BR" sz="800" u="none" cap="none" strike="noStrike">
                          <a:solidFill>
                            <a:srgbClr val="0070C0"/>
                          </a:solidFill>
                        </a:rPr>
                        <a:t>V</a:t>
                      </a:r>
                      <a:r>
                        <a:rPr lang="pt-BR" sz="800" u="none" cap="none" strike="noStrike"/>
                        <a:t> – </a:t>
                      </a:r>
                      <a:r>
                        <a:rPr b="1" lang="pt-BR" sz="800" u="none" cap="none" strike="noStrike">
                          <a:solidFill>
                            <a:srgbClr val="FFBC01"/>
                          </a:solidFill>
                        </a:rPr>
                        <a:t>W</a:t>
                      </a:r>
                      <a:r>
                        <a:rPr lang="pt-BR" sz="800" u="none" cap="none" strike="noStrike"/>
                        <a:t> </a:t>
                      </a:r>
                      <a:endParaRPr sz="8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800"/>
                        <a:buFont typeface="Calibri"/>
                        <a:buNone/>
                      </a:pPr>
                      <a:r>
                        <a:rPr lang="pt-BR" sz="800" u="none" cap="none" strike="noStrike"/>
                        <a:t>0,5 até 8 </a:t>
                      </a:r>
                      <a:r>
                        <a:rPr lang="pt-BR" sz="800" u="none" cap="none" strike="noStrike">
                          <a:latin typeface="Calibri"/>
                          <a:ea typeface="Calibri"/>
                          <a:cs typeface="Calibri"/>
                          <a:sym typeface="Calibri"/>
                        </a:rPr>
                        <a:t>Ω</a:t>
                      </a:r>
                      <a:endParaRPr sz="800" u="none" cap="none" strike="noStrike"/>
                    </a:p>
                  </a:txBody>
                  <a:tcPr marT="45725" marB="45725" marR="91450" marL="91450"/>
                </a:tc>
              </a:tr>
              <a:tr h="194500">
                <a:tc>
                  <a:txBody>
                    <a:bodyPr/>
                    <a:lstStyle/>
                    <a:p>
                      <a:pPr indent="0" lvl="0" marL="0" marR="0" rtl="0" algn="ctr">
                        <a:spcBef>
                          <a:spcPts val="0"/>
                        </a:spcBef>
                        <a:spcAft>
                          <a:spcPts val="0"/>
                        </a:spcAft>
                        <a:buNone/>
                      </a:pPr>
                      <a:r>
                        <a:rPr b="1" lang="pt-BR" sz="800" u="none" cap="none" strike="noStrike">
                          <a:solidFill>
                            <a:srgbClr val="FFBC01"/>
                          </a:solidFill>
                        </a:rPr>
                        <a:t>W</a:t>
                      </a:r>
                      <a:r>
                        <a:rPr lang="pt-BR" sz="800" u="none" cap="none" strike="noStrike"/>
                        <a:t> – </a:t>
                      </a:r>
                      <a:r>
                        <a:rPr b="1" lang="pt-BR" sz="800" u="none" cap="none" strike="noStrike">
                          <a:solidFill>
                            <a:srgbClr val="FF0000"/>
                          </a:solidFill>
                        </a:rPr>
                        <a:t>U</a:t>
                      </a:r>
                      <a:r>
                        <a:rPr lang="pt-BR" sz="800" u="none" cap="none" strike="noStrike"/>
                        <a:t> </a:t>
                      </a:r>
                      <a:endParaRPr sz="8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800"/>
                        <a:buFont typeface="Calibri"/>
                        <a:buNone/>
                      </a:pPr>
                      <a:r>
                        <a:rPr lang="pt-BR" sz="800" u="none" cap="none" strike="noStrike"/>
                        <a:t>0,5 até 8 </a:t>
                      </a:r>
                      <a:r>
                        <a:rPr lang="pt-BR" sz="800" u="none" cap="none" strike="noStrike">
                          <a:latin typeface="Calibri"/>
                          <a:ea typeface="Calibri"/>
                          <a:cs typeface="Calibri"/>
                          <a:sym typeface="Calibri"/>
                        </a:rPr>
                        <a:t>Ω</a:t>
                      </a:r>
                      <a:endParaRPr sz="800" u="none" cap="none" strike="noStrike"/>
                    </a:p>
                  </a:txBody>
                  <a:tcPr marT="45725" marB="45725" marR="91450" marL="91450"/>
                </a:tc>
              </a:tr>
            </a:tbl>
          </a:graphicData>
        </a:graphic>
      </p:graphicFrame>
      <p:sp>
        <p:nvSpPr>
          <p:cNvPr id="192" name="Google Shape;192;p10"/>
          <p:cNvSpPr txBox="1"/>
          <p:nvPr/>
        </p:nvSpPr>
        <p:spPr>
          <a:xfrm>
            <a:off x="3501008" y="5970622"/>
            <a:ext cx="3369653"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8.5 Informe valores medido de resistência Ôhmica entre as bobinas nos terminais: U-V; V-W; W-U</a:t>
            </a:r>
            <a:endParaRPr b="0" sz="1200">
              <a:solidFill>
                <a:schemeClr val="dk1"/>
              </a:solidFill>
              <a:latin typeface="Calibri"/>
              <a:ea typeface="Calibri"/>
              <a:cs typeface="Calibri"/>
              <a:sym typeface="Calibri"/>
            </a:endParaRPr>
          </a:p>
        </p:txBody>
      </p:sp>
      <p:pic>
        <p:nvPicPr>
          <p:cNvPr id="193" name="Google Shape;193;p10"/>
          <p:cNvPicPr preferRelativeResize="0"/>
          <p:nvPr/>
        </p:nvPicPr>
        <p:blipFill rotWithShape="1">
          <a:blip r:embed="rId5">
            <a:alphaModFix/>
          </a:blip>
          <a:srcRect b="0" l="7890" r="3170" t="0"/>
          <a:stretch/>
        </p:blipFill>
        <p:spPr>
          <a:xfrm>
            <a:off x="3645025" y="6399792"/>
            <a:ext cx="1296144" cy="900697"/>
          </a:xfrm>
          <a:prstGeom prst="rect">
            <a:avLst/>
          </a:prstGeom>
          <a:noFill/>
          <a:ln>
            <a:noFill/>
          </a:ln>
        </p:spPr>
      </p:pic>
      <p:graphicFrame>
        <p:nvGraphicFramePr>
          <p:cNvPr id="194" name="Google Shape;194;p10"/>
          <p:cNvGraphicFramePr/>
          <p:nvPr/>
        </p:nvGraphicFramePr>
        <p:xfrm>
          <a:off x="5039429" y="6407010"/>
          <a:ext cx="3000000" cy="3000000"/>
        </p:xfrm>
        <a:graphic>
          <a:graphicData uri="http://schemas.openxmlformats.org/drawingml/2006/table">
            <a:tbl>
              <a:tblPr bandRow="1" firstRow="1">
                <a:noFill/>
                <a:tableStyleId>{F40E58AD-1F7B-402A-A3EE-2EDB90C0901C}</a:tableStyleId>
              </a:tblPr>
              <a:tblGrid>
                <a:gridCol w="622900"/>
                <a:gridCol w="845375"/>
              </a:tblGrid>
              <a:tr h="229125">
                <a:tc gridSpan="2">
                  <a:txBody>
                    <a:bodyPr/>
                    <a:lstStyle/>
                    <a:p>
                      <a:pPr indent="0" lvl="0" marL="0" marR="0" rtl="0" algn="ctr">
                        <a:spcBef>
                          <a:spcPts val="0"/>
                        </a:spcBef>
                        <a:spcAft>
                          <a:spcPts val="0"/>
                        </a:spcAft>
                        <a:buNone/>
                      </a:pPr>
                      <a:r>
                        <a:rPr b="1" lang="pt-BR" sz="800" u="none" cap="none" strike="noStrike">
                          <a:solidFill>
                            <a:schemeClr val="lt1"/>
                          </a:solidFill>
                          <a:latin typeface="Calibri"/>
                          <a:ea typeface="Calibri"/>
                          <a:cs typeface="Calibri"/>
                          <a:sym typeface="Calibri"/>
                        </a:rPr>
                        <a:t>Valor das Resistências </a:t>
                      </a:r>
                      <a:endParaRPr b="1" sz="800" u="none" cap="none" strike="noStrike">
                        <a:solidFill>
                          <a:schemeClr val="lt1"/>
                        </a:solidFill>
                        <a:latin typeface="Calibri"/>
                        <a:ea typeface="Calibri"/>
                        <a:cs typeface="Calibri"/>
                        <a:sym typeface="Calibri"/>
                      </a:endParaRPr>
                    </a:p>
                  </a:txBody>
                  <a:tcPr marT="45725" marB="45725" marR="91450" marL="91450">
                    <a:solidFill>
                      <a:srgbClr val="B10F2A"/>
                    </a:solidFill>
                  </a:tcPr>
                </a:tc>
                <a:tc hMerge="1"/>
              </a:tr>
              <a:tr h="229125">
                <a:tc>
                  <a:txBody>
                    <a:bodyPr/>
                    <a:lstStyle/>
                    <a:p>
                      <a:pPr indent="0" lvl="0" marL="0" marR="0" rtl="0" algn="ctr">
                        <a:spcBef>
                          <a:spcPts val="0"/>
                        </a:spcBef>
                        <a:spcAft>
                          <a:spcPts val="0"/>
                        </a:spcAft>
                        <a:buNone/>
                      </a:pPr>
                      <a:r>
                        <a:rPr b="1" lang="pt-BR" sz="800" u="none" cap="none" strike="noStrike">
                          <a:solidFill>
                            <a:srgbClr val="FF0000"/>
                          </a:solidFill>
                        </a:rPr>
                        <a:t>U</a:t>
                      </a:r>
                      <a:r>
                        <a:rPr lang="pt-BR" sz="800" u="none" cap="none" strike="noStrike"/>
                        <a:t> – </a:t>
                      </a:r>
                      <a:r>
                        <a:rPr b="1" lang="pt-BR" sz="800" u="none" cap="none" strike="noStrike">
                          <a:solidFill>
                            <a:srgbClr val="0070C0"/>
                          </a:solidFill>
                        </a:rPr>
                        <a:t>V</a:t>
                      </a:r>
                      <a:r>
                        <a:rPr lang="pt-BR" sz="800" u="none" cap="none" strike="noStrike"/>
                        <a:t> </a:t>
                      </a:r>
                      <a:endParaRPr sz="800" u="none" cap="none" strike="noStrike"/>
                    </a:p>
                  </a:txBody>
                  <a:tcPr marT="45725" marB="45725" marR="91450" marL="91450"/>
                </a:tc>
                <a:tc>
                  <a:txBody>
                    <a:bodyPr/>
                    <a:lstStyle/>
                    <a:p>
                      <a:pPr indent="0" lvl="0" marL="0" marR="0" rtl="0" algn="ctr">
                        <a:spcBef>
                          <a:spcPts val="0"/>
                        </a:spcBef>
                        <a:spcAft>
                          <a:spcPts val="0"/>
                        </a:spcAft>
                        <a:buNone/>
                      </a:pPr>
                      <a:r>
                        <a:t/>
                      </a:r>
                      <a:endParaRPr sz="800" u="none" cap="none" strike="noStrike"/>
                    </a:p>
                  </a:txBody>
                  <a:tcPr marT="45725" marB="45725" marR="91450" marL="91450"/>
                </a:tc>
              </a:tr>
              <a:tr h="229125">
                <a:tc>
                  <a:txBody>
                    <a:bodyPr/>
                    <a:lstStyle/>
                    <a:p>
                      <a:pPr indent="0" lvl="0" marL="0" marR="0" rtl="0" algn="ctr">
                        <a:spcBef>
                          <a:spcPts val="0"/>
                        </a:spcBef>
                        <a:spcAft>
                          <a:spcPts val="0"/>
                        </a:spcAft>
                        <a:buNone/>
                      </a:pPr>
                      <a:r>
                        <a:rPr b="1" lang="pt-BR" sz="800" u="none" cap="none" strike="noStrike">
                          <a:solidFill>
                            <a:srgbClr val="0070C0"/>
                          </a:solidFill>
                        </a:rPr>
                        <a:t>V</a:t>
                      </a:r>
                      <a:r>
                        <a:rPr lang="pt-BR" sz="800" u="none" cap="none" strike="noStrike"/>
                        <a:t> – </a:t>
                      </a:r>
                      <a:r>
                        <a:rPr b="1" lang="pt-BR" sz="800" u="none" cap="none" strike="noStrike">
                          <a:solidFill>
                            <a:srgbClr val="FFBC01"/>
                          </a:solidFill>
                        </a:rPr>
                        <a:t>W</a:t>
                      </a:r>
                      <a:r>
                        <a:rPr lang="pt-BR" sz="800" u="none" cap="none" strike="noStrike"/>
                        <a:t> </a:t>
                      </a:r>
                      <a:endParaRPr sz="8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800"/>
                        <a:buFont typeface="Calibri"/>
                        <a:buNone/>
                      </a:pPr>
                      <a:r>
                        <a:t/>
                      </a:r>
                      <a:endParaRPr sz="800" u="none" cap="none" strike="noStrike"/>
                    </a:p>
                  </a:txBody>
                  <a:tcPr marT="45725" marB="45725" marR="91450" marL="91450"/>
                </a:tc>
              </a:tr>
              <a:tr h="229125">
                <a:tc>
                  <a:txBody>
                    <a:bodyPr/>
                    <a:lstStyle/>
                    <a:p>
                      <a:pPr indent="0" lvl="0" marL="0" marR="0" rtl="0" algn="ctr">
                        <a:spcBef>
                          <a:spcPts val="0"/>
                        </a:spcBef>
                        <a:spcAft>
                          <a:spcPts val="0"/>
                        </a:spcAft>
                        <a:buNone/>
                      </a:pPr>
                      <a:r>
                        <a:rPr b="1" lang="pt-BR" sz="800" u="none" cap="none" strike="noStrike">
                          <a:solidFill>
                            <a:srgbClr val="FFBC01"/>
                          </a:solidFill>
                        </a:rPr>
                        <a:t>W</a:t>
                      </a:r>
                      <a:r>
                        <a:rPr lang="pt-BR" sz="800" u="none" cap="none" strike="noStrike"/>
                        <a:t> – </a:t>
                      </a:r>
                      <a:r>
                        <a:rPr b="1" lang="pt-BR" sz="800" u="none" cap="none" strike="noStrike">
                          <a:solidFill>
                            <a:srgbClr val="FF0000"/>
                          </a:solidFill>
                        </a:rPr>
                        <a:t>U</a:t>
                      </a:r>
                      <a:r>
                        <a:rPr lang="pt-BR" sz="800" u="none" cap="none" strike="noStrike"/>
                        <a:t> </a:t>
                      </a:r>
                      <a:endParaRPr sz="800" u="none" cap="none" strike="noStrike"/>
                    </a:p>
                  </a:txBody>
                  <a:tcPr marT="45725" marB="45725" marR="91450" marL="91450"/>
                </a:tc>
                <a:tc>
                  <a:txBody>
                    <a:bodyPr/>
                    <a:lstStyle/>
                    <a:p>
                      <a:pPr indent="0" lvl="0" marL="0" marR="0" rtl="0" algn="ctr">
                        <a:lnSpc>
                          <a:spcPct val="100000"/>
                        </a:lnSpc>
                        <a:spcBef>
                          <a:spcPts val="0"/>
                        </a:spcBef>
                        <a:spcAft>
                          <a:spcPts val="0"/>
                        </a:spcAft>
                        <a:buClr>
                          <a:schemeClr val="dk1"/>
                        </a:buClr>
                        <a:buSzPts val="800"/>
                        <a:buFont typeface="Calibri"/>
                        <a:buNone/>
                      </a:pPr>
                      <a:r>
                        <a:t/>
                      </a:r>
                      <a:endParaRPr sz="800" u="none" cap="none" strike="noStrike"/>
                    </a:p>
                  </a:txBody>
                  <a:tcPr marT="45725" marB="45725" marR="91450" marL="91450"/>
                </a:tc>
              </a:tr>
            </a:tbl>
          </a:graphicData>
        </a:graphic>
      </p:graphicFrame>
      <p:sp>
        <p:nvSpPr>
          <p:cNvPr id="195" name="Google Shape;195;p10"/>
          <p:cNvSpPr/>
          <p:nvPr/>
        </p:nvSpPr>
        <p:spPr>
          <a:xfrm>
            <a:off x="3645025" y="7660656"/>
            <a:ext cx="864095" cy="1011956"/>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 name="Google Shape;196;p10"/>
          <p:cNvSpPr/>
          <p:nvPr/>
        </p:nvSpPr>
        <p:spPr>
          <a:xfrm>
            <a:off x="5654510" y="7660656"/>
            <a:ext cx="864095" cy="1011956"/>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10"/>
          <p:cNvSpPr/>
          <p:nvPr/>
        </p:nvSpPr>
        <p:spPr>
          <a:xfrm>
            <a:off x="4653137" y="7664500"/>
            <a:ext cx="864095" cy="1011956"/>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10"/>
          <p:cNvSpPr/>
          <p:nvPr/>
        </p:nvSpPr>
        <p:spPr>
          <a:xfrm>
            <a:off x="3598096" y="7349081"/>
            <a:ext cx="90467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pt-BR" sz="800">
                <a:solidFill>
                  <a:schemeClr val="dk1"/>
                </a:solidFill>
                <a:latin typeface="Calibri"/>
                <a:ea typeface="Calibri"/>
                <a:cs typeface="Calibri"/>
                <a:sym typeface="Calibri"/>
              </a:rPr>
              <a:t>Foto do Multímetro </a:t>
            </a:r>
            <a:r>
              <a:rPr lang="pt-BR" sz="800">
                <a:solidFill>
                  <a:schemeClr val="dk1"/>
                </a:solidFill>
                <a:latin typeface="Calibri"/>
                <a:ea typeface="Calibri"/>
                <a:cs typeface="Calibri"/>
                <a:sym typeface="Calibri"/>
              </a:rPr>
              <a:t> U-V</a:t>
            </a:r>
            <a:endParaRPr sz="800">
              <a:solidFill>
                <a:schemeClr val="dk1"/>
              </a:solidFill>
              <a:latin typeface="Calibri"/>
              <a:ea typeface="Calibri"/>
              <a:cs typeface="Calibri"/>
              <a:sym typeface="Calibri"/>
            </a:endParaRPr>
          </a:p>
        </p:txBody>
      </p:sp>
      <p:sp>
        <p:nvSpPr>
          <p:cNvPr id="199" name="Google Shape;199;p10"/>
          <p:cNvSpPr/>
          <p:nvPr/>
        </p:nvSpPr>
        <p:spPr>
          <a:xfrm>
            <a:off x="4632847" y="7349081"/>
            <a:ext cx="90467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pt-BR" sz="800">
                <a:solidFill>
                  <a:schemeClr val="dk1"/>
                </a:solidFill>
                <a:latin typeface="Calibri"/>
                <a:ea typeface="Calibri"/>
                <a:cs typeface="Calibri"/>
                <a:sym typeface="Calibri"/>
              </a:rPr>
              <a:t>Foto do Multímetro </a:t>
            </a:r>
            <a:r>
              <a:rPr lang="pt-BR" sz="800">
                <a:solidFill>
                  <a:schemeClr val="dk1"/>
                </a:solidFill>
                <a:latin typeface="Calibri"/>
                <a:ea typeface="Calibri"/>
                <a:cs typeface="Calibri"/>
                <a:sym typeface="Calibri"/>
              </a:rPr>
              <a:t> V-W</a:t>
            </a:r>
            <a:endParaRPr sz="800">
              <a:solidFill>
                <a:schemeClr val="dk1"/>
              </a:solidFill>
              <a:latin typeface="Calibri"/>
              <a:ea typeface="Calibri"/>
              <a:cs typeface="Calibri"/>
              <a:sym typeface="Calibri"/>
            </a:endParaRPr>
          </a:p>
        </p:txBody>
      </p:sp>
      <p:sp>
        <p:nvSpPr>
          <p:cNvPr id="200" name="Google Shape;200;p10"/>
          <p:cNvSpPr/>
          <p:nvPr/>
        </p:nvSpPr>
        <p:spPr>
          <a:xfrm>
            <a:off x="5633782" y="7349081"/>
            <a:ext cx="90467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pt-BR" sz="800">
                <a:solidFill>
                  <a:schemeClr val="dk1"/>
                </a:solidFill>
                <a:latin typeface="Calibri"/>
                <a:ea typeface="Calibri"/>
                <a:cs typeface="Calibri"/>
                <a:sym typeface="Calibri"/>
              </a:rPr>
              <a:t>Foto do Multímetro </a:t>
            </a:r>
            <a:r>
              <a:rPr lang="pt-BR" sz="800">
                <a:solidFill>
                  <a:schemeClr val="dk1"/>
                </a:solidFill>
                <a:latin typeface="Calibri"/>
                <a:ea typeface="Calibri"/>
                <a:cs typeface="Calibri"/>
                <a:sym typeface="Calibri"/>
              </a:rPr>
              <a:t>W-U</a:t>
            </a:r>
            <a:endParaRPr sz="800">
              <a:solidFill>
                <a:schemeClr val="dk1"/>
              </a:solidFill>
              <a:latin typeface="Calibri"/>
              <a:ea typeface="Calibri"/>
              <a:cs typeface="Calibri"/>
              <a:sym typeface="Calibri"/>
            </a:endParaRPr>
          </a:p>
        </p:txBody>
      </p:sp>
      <p:sp>
        <p:nvSpPr>
          <p:cNvPr id="201" name="Google Shape;201;p10"/>
          <p:cNvSpPr/>
          <p:nvPr/>
        </p:nvSpPr>
        <p:spPr>
          <a:xfrm rot="-1199043">
            <a:off x="1404850" y="7382815"/>
            <a:ext cx="1508920" cy="1174027"/>
          </a:xfrm>
          <a:prstGeom prst="star7">
            <a:avLst>
              <a:gd fmla="val 34601" name="adj"/>
              <a:gd fmla="val 102572" name="hf"/>
              <a:gd fmla="val 105210" name="vf"/>
            </a:avLst>
          </a:prstGeom>
          <a:solidFill>
            <a:srgbClr val="FFFF00"/>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ctr">
              <a:spcBef>
                <a:spcPts val="0"/>
              </a:spcBef>
              <a:spcAft>
                <a:spcPts val="0"/>
              </a:spcAft>
              <a:buNone/>
            </a:pPr>
            <a:r>
              <a:rPr lang="pt-BR" sz="800">
                <a:solidFill>
                  <a:schemeClr val="dk1"/>
                </a:solidFill>
                <a:latin typeface="Calibri"/>
                <a:ea typeface="Calibri"/>
                <a:cs typeface="Calibri"/>
                <a:sym typeface="Calibri"/>
              </a:rPr>
              <a:t>Certifique-se que a escala do Multímetro esteja correta, medir resistência Ôhmica</a:t>
            </a:r>
            <a:br>
              <a:rPr lang="pt-BR" sz="800">
                <a:solidFill>
                  <a:schemeClr val="dk1"/>
                </a:solidFill>
                <a:latin typeface="Calibri"/>
                <a:ea typeface="Calibri"/>
                <a:cs typeface="Calibri"/>
                <a:sym typeface="Calibri"/>
              </a:rPr>
            </a:br>
            <a:r>
              <a:rPr lang="pt-BR" sz="1200">
                <a:solidFill>
                  <a:schemeClr val="dk1"/>
                </a:solidFill>
                <a:latin typeface="Calibri"/>
                <a:ea typeface="Calibri"/>
                <a:cs typeface="Calibri"/>
                <a:sym typeface="Calibri"/>
              </a:rPr>
              <a:t>Ω</a:t>
            </a:r>
            <a:endParaRPr sz="1200">
              <a:solidFill>
                <a:schemeClr val="dk1"/>
              </a:solidFill>
              <a:latin typeface="Calibri"/>
              <a:ea typeface="Calibri"/>
              <a:cs typeface="Calibri"/>
              <a:sym typeface="Calibri"/>
            </a:endParaRPr>
          </a:p>
        </p:txBody>
      </p:sp>
      <p:sp>
        <p:nvSpPr>
          <p:cNvPr id="202" name="Google Shape;202;p10"/>
          <p:cNvSpPr txBox="1"/>
          <p:nvPr/>
        </p:nvSpPr>
        <p:spPr>
          <a:xfrm>
            <a:off x="6061490" y="670651"/>
            <a:ext cx="777240" cy="321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pt-BR" sz="900">
                <a:solidFill>
                  <a:schemeClr val="dk1"/>
                </a:solidFill>
                <a:latin typeface="Times New Roman"/>
                <a:ea typeface="Times New Roman"/>
                <a:cs typeface="Times New Roman"/>
                <a:sym typeface="Times New Roman"/>
              </a:rPr>
              <a:t>Versão:</a:t>
            </a:r>
            <a:r>
              <a:rPr lang="pt-BR" sz="900">
                <a:solidFill>
                  <a:schemeClr val="dk1"/>
                </a:solidFill>
                <a:latin typeface="Times New Roman"/>
                <a:ea typeface="Times New Roman"/>
                <a:cs typeface="Times New Roman"/>
                <a:sym typeface="Times New Roman"/>
              </a:rPr>
              <a:t> 01</a:t>
            </a:r>
            <a:endParaRPr sz="12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lang="pt-BR" sz="900">
                <a:solidFill>
                  <a:schemeClr val="dk1"/>
                </a:solidFill>
                <a:latin typeface="Times New Roman"/>
                <a:ea typeface="Times New Roman"/>
                <a:cs typeface="Times New Roman"/>
                <a:sym typeface="Times New Roman"/>
              </a:rPr>
              <a:t>Página</a:t>
            </a:r>
            <a:r>
              <a:rPr lang="pt-BR" sz="900">
                <a:solidFill>
                  <a:schemeClr val="dk1"/>
                </a:solidFill>
                <a:latin typeface="Times New Roman"/>
                <a:ea typeface="Times New Roman"/>
                <a:cs typeface="Times New Roman"/>
                <a:sym typeface="Times New Roman"/>
              </a:rPr>
              <a:t> 4/5</a:t>
            </a:r>
            <a:endParaRPr sz="1200">
              <a:solidFill>
                <a:schemeClr val="dk1"/>
              </a:solidFill>
              <a:latin typeface="Times New Roman"/>
              <a:ea typeface="Times New Roman"/>
              <a:cs typeface="Times New Roman"/>
              <a:sym typeface="Times New Roman"/>
            </a:endParaRPr>
          </a:p>
        </p:txBody>
      </p:sp>
      <p:sp>
        <p:nvSpPr>
          <p:cNvPr id="203" name="Google Shape;203;p10"/>
          <p:cNvSpPr/>
          <p:nvPr/>
        </p:nvSpPr>
        <p:spPr>
          <a:xfrm>
            <a:off x="5226050" y="5257800"/>
            <a:ext cx="1155278" cy="177800"/>
          </a:xfrm>
          <a:prstGeom prst="rect">
            <a:avLst/>
          </a:prstGeom>
          <a:no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4" name="Google Shape;204;p10"/>
          <p:cNvSpPr/>
          <p:nvPr/>
        </p:nvSpPr>
        <p:spPr>
          <a:xfrm>
            <a:off x="5232400" y="5467350"/>
            <a:ext cx="1155278" cy="177800"/>
          </a:xfrm>
          <a:prstGeom prst="rect">
            <a:avLst/>
          </a:prstGeom>
          <a:no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5" name="Google Shape;205;p10"/>
          <p:cNvSpPr/>
          <p:nvPr/>
        </p:nvSpPr>
        <p:spPr>
          <a:xfrm>
            <a:off x="5225422" y="5679774"/>
            <a:ext cx="1155278" cy="177800"/>
          </a:xfrm>
          <a:prstGeom prst="rect">
            <a:avLst/>
          </a:prstGeom>
          <a:no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10"/>
          <p:cNvSpPr/>
          <p:nvPr/>
        </p:nvSpPr>
        <p:spPr>
          <a:xfrm>
            <a:off x="5677102" y="6663008"/>
            <a:ext cx="818948" cy="177800"/>
          </a:xfrm>
          <a:prstGeom prst="rect">
            <a:avLst/>
          </a:prstGeom>
          <a:no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7" name="Google Shape;207;p10"/>
          <p:cNvSpPr/>
          <p:nvPr/>
        </p:nvSpPr>
        <p:spPr>
          <a:xfrm>
            <a:off x="5676474" y="6891608"/>
            <a:ext cx="825926" cy="177800"/>
          </a:xfrm>
          <a:prstGeom prst="rect">
            <a:avLst/>
          </a:prstGeom>
          <a:no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8" name="Google Shape;208;p10"/>
          <p:cNvSpPr/>
          <p:nvPr/>
        </p:nvSpPr>
        <p:spPr>
          <a:xfrm>
            <a:off x="5676474" y="7124154"/>
            <a:ext cx="818948" cy="177800"/>
          </a:xfrm>
          <a:prstGeom prst="rect">
            <a:avLst/>
          </a:prstGeom>
          <a:no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09" name="Google Shape;209;p10"/>
          <p:cNvPicPr preferRelativeResize="0"/>
          <p:nvPr/>
        </p:nvPicPr>
        <p:blipFill rotWithShape="1">
          <a:blip r:embed="rId6">
            <a:alphaModFix/>
          </a:blip>
          <a:srcRect b="0" l="0" r="0" t="0"/>
          <a:stretch/>
        </p:blipFill>
        <p:spPr>
          <a:xfrm>
            <a:off x="3004094" y="7388549"/>
            <a:ext cx="540000" cy="1390791"/>
          </a:xfrm>
          <a:prstGeom prst="rect">
            <a:avLst/>
          </a:prstGeom>
          <a:noFill/>
          <a:ln>
            <a:noFill/>
          </a:ln>
        </p:spPr>
      </p:pic>
      <p:sp>
        <p:nvSpPr>
          <p:cNvPr id="210" name="Google Shape;210;p10"/>
          <p:cNvSpPr txBox="1"/>
          <p:nvPr/>
        </p:nvSpPr>
        <p:spPr>
          <a:xfrm>
            <a:off x="141537" y="1475656"/>
            <a:ext cx="324683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8.1 Medir pressão durante funcionamento</a:t>
            </a:r>
            <a:endParaRPr b="0" sz="1200">
              <a:solidFill>
                <a:schemeClr val="dk1"/>
              </a:solidFill>
              <a:latin typeface="Calibri"/>
              <a:ea typeface="Calibri"/>
              <a:cs typeface="Calibri"/>
              <a:sym typeface="Calibri"/>
            </a:endParaRPr>
          </a:p>
        </p:txBody>
      </p:sp>
      <p:pic>
        <p:nvPicPr>
          <p:cNvPr id="211" name="Google Shape;211;p10"/>
          <p:cNvPicPr preferRelativeResize="0"/>
          <p:nvPr/>
        </p:nvPicPr>
        <p:blipFill rotWithShape="1">
          <a:blip r:embed="rId7">
            <a:alphaModFix/>
          </a:blip>
          <a:srcRect b="0" l="0" r="0" t="0"/>
          <a:stretch/>
        </p:blipFill>
        <p:spPr>
          <a:xfrm>
            <a:off x="188640" y="1763688"/>
            <a:ext cx="1581647" cy="1296665"/>
          </a:xfrm>
          <a:prstGeom prst="rect">
            <a:avLst/>
          </a:prstGeom>
          <a:noFill/>
          <a:ln>
            <a:noFill/>
          </a:ln>
        </p:spPr>
      </p:pic>
      <p:sp>
        <p:nvSpPr>
          <p:cNvPr id="212" name="Google Shape;212;p10"/>
          <p:cNvSpPr/>
          <p:nvPr/>
        </p:nvSpPr>
        <p:spPr>
          <a:xfrm>
            <a:off x="3624734" y="1230015"/>
            <a:ext cx="3044625"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pt-BR" sz="800">
                <a:solidFill>
                  <a:schemeClr val="dk1"/>
                </a:solidFill>
                <a:latin typeface="Calibri"/>
                <a:ea typeface="Calibri"/>
                <a:cs typeface="Calibri"/>
                <a:sym typeface="Calibri"/>
              </a:rPr>
              <a:t>Apresentar</a:t>
            </a:r>
            <a:r>
              <a:rPr lang="pt-BR" sz="800">
                <a:solidFill>
                  <a:schemeClr val="dk1"/>
                </a:solidFill>
                <a:latin typeface="Calibri"/>
                <a:ea typeface="Calibri"/>
                <a:cs typeface="Calibri"/>
                <a:sym typeface="Calibri"/>
              </a:rPr>
              <a:t> f</a:t>
            </a:r>
            <a:r>
              <a:rPr lang="pt-BR" sz="800">
                <a:solidFill>
                  <a:schemeClr val="dk1"/>
                </a:solidFill>
                <a:latin typeface="Calibri"/>
                <a:ea typeface="Calibri"/>
                <a:cs typeface="Calibri"/>
                <a:sym typeface="Calibri"/>
              </a:rPr>
              <a:t>oto do manômetro conectado a válvula</a:t>
            </a:r>
            <a:r>
              <a:rPr lang="pt-BR" sz="800">
                <a:solidFill>
                  <a:schemeClr val="dk1"/>
                </a:solidFill>
                <a:latin typeface="Calibri"/>
                <a:ea typeface="Calibri"/>
                <a:cs typeface="Calibri"/>
                <a:sym typeface="Calibri"/>
              </a:rPr>
              <a:t> de serviço durante o teste de funcionamento do compressor e medição da corrente elétrica na entrada da condensadora.  </a:t>
            </a:r>
            <a:endParaRPr sz="800">
              <a:solidFill>
                <a:schemeClr val="dk1"/>
              </a:solidFill>
              <a:latin typeface="Calibri"/>
              <a:ea typeface="Calibri"/>
              <a:cs typeface="Calibri"/>
              <a:sym typeface="Calibri"/>
            </a:endParaRPr>
          </a:p>
        </p:txBody>
      </p:sp>
      <p:sp>
        <p:nvSpPr>
          <p:cNvPr id="213" name="Google Shape;213;p10"/>
          <p:cNvSpPr/>
          <p:nvPr/>
        </p:nvSpPr>
        <p:spPr>
          <a:xfrm>
            <a:off x="3777574" y="1691680"/>
            <a:ext cx="2741031" cy="2539330"/>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4" name="Google Shape;214;p10"/>
          <p:cNvSpPr/>
          <p:nvPr/>
        </p:nvSpPr>
        <p:spPr>
          <a:xfrm rot="-1199043">
            <a:off x="1665163" y="1769757"/>
            <a:ext cx="1508920" cy="1174027"/>
          </a:xfrm>
          <a:prstGeom prst="star7">
            <a:avLst>
              <a:gd fmla="val 34601" name="adj"/>
              <a:gd fmla="val 102572" name="hf"/>
              <a:gd fmla="val 105210" name="vf"/>
            </a:avLst>
          </a:prstGeom>
          <a:solidFill>
            <a:srgbClr val="FFFF00"/>
          </a:solidFill>
          <a:ln cap="flat" cmpd="sng" w="9525">
            <a:solidFill>
              <a:schemeClr val="dk1"/>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t/>
            </a:r>
            <a:endParaRPr sz="800">
              <a:solidFill>
                <a:schemeClr val="dk1"/>
              </a:solidFill>
              <a:latin typeface="Calibri"/>
              <a:ea typeface="Calibri"/>
              <a:cs typeface="Calibri"/>
              <a:sym typeface="Calibri"/>
            </a:endParaRPr>
          </a:p>
          <a:p>
            <a:pPr indent="0" lvl="0" marL="0" marR="0" rtl="0" algn="ctr">
              <a:spcBef>
                <a:spcPts val="0"/>
              </a:spcBef>
              <a:spcAft>
                <a:spcPts val="0"/>
              </a:spcAft>
              <a:buNone/>
            </a:pPr>
            <a:r>
              <a:rPr lang="pt-BR" sz="800">
                <a:solidFill>
                  <a:schemeClr val="dk1"/>
                </a:solidFill>
                <a:latin typeface="Calibri"/>
                <a:ea typeface="Calibri"/>
                <a:cs typeface="Calibri"/>
                <a:sym typeface="Calibri"/>
              </a:rPr>
              <a:t>Favor ligar o produto em modo refrigeração ou aquecimento, utilizar a função JET MODE</a:t>
            </a:r>
            <a:endParaRPr sz="1200">
              <a:solidFill>
                <a:schemeClr val="dk1"/>
              </a:solidFill>
              <a:latin typeface="Calibri"/>
              <a:ea typeface="Calibri"/>
              <a:cs typeface="Calibri"/>
              <a:sym typeface="Calibri"/>
            </a:endParaRPr>
          </a:p>
        </p:txBody>
      </p:sp>
      <p:pic>
        <p:nvPicPr>
          <p:cNvPr id="215" name="Google Shape;215;p10"/>
          <p:cNvPicPr preferRelativeResize="0"/>
          <p:nvPr/>
        </p:nvPicPr>
        <p:blipFill rotWithShape="1">
          <a:blip r:embed="rId8">
            <a:alphaModFix/>
          </a:blip>
          <a:srcRect b="2531" l="0" r="8259" t="1"/>
          <a:stretch/>
        </p:blipFill>
        <p:spPr>
          <a:xfrm rot="1037482">
            <a:off x="3210776" y="1794390"/>
            <a:ext cx="360000" cy="1008980"/>
          </a:xfrm>
          <a:prstGeom prst="rect">
            <a:avLst/>
          </a:prstGeom>
          <a:noFill/>
          <a:ln>
            <a:noFill/>
          </a:ln>
        </p:spPr>
      </p:pic>
      <p:pic>
        <p:nvPicPr>
          <p:cNvPr id="216" name="Google Shape;216;p10"/>
          <p:cNvPicPr preferRelativeResize="0"/>
          <p:nvPr/>
        </p:nvPicPr>
        <p:blipFill rotWithShape="1">
          <a:blip r:embed="rId9">
            <a:alphaModFix/>
          </a:blip>
          <a:srcRect b="0" l="0" r="0" t="0"/>
          <a:stretch/>
        </p:blipFill>
        <p:spPr>
          <a:xfrm>
            <a:off x="439377" y="3088092"/>
            <a:ext cx="2134448" cy="1100456"/>
          </a:xfrm>
          <a:prstGeom prst="rect">
            <a:avLst/>
          </a:prstGeom>
          <a:noFill/>
          <a:ln>
            <a:noFill/>
          </a:ln>
        </p:spPr>
      </p:pic>
      <p:pic>
        <p:nvPicPr>
          <p:cNvPr id="217" name="Google Shape;217;p10"/>
          <p:cNvPicPr preferRelativeResize="0"/>
          <p:nvPr/>
        </p:nvPicPr>
        <p:blipFill rotWithShape="1">
          <a:blip r:embed="rId10">
            <a:alphaModFix/>
          </a:blip>
          <a:srcRect b="0" l="0" r="0" t="0"/>
          <a:stretch/>
        </p:blipFill>
        <p:spPr>
          <a:xfrm rot="1181889">
            <a:off x="2786418" y="2842723"/>
            <a:ext cx="633983" cy="1310948"/>
          </a:xfrm>
          <a:prstGeom prst="rect">
            <a:avLst/>
          </a:prstGeom>
          <a:noFill/>
          <a:ln>
            <a:noFill/>
          </a:ln>
        </p:spPr>
      </p:pic>
      <p:pic>
        <p:nvPicPr>
          <p:cNvPr id="218" name="Google Shape;218;p10"/>
          <p:cNvPicPr preferRelativeResize="0"/>
          <p:nvPr/>
        </p:nvPicPr>
        <p:blipFill rotWithShape="1">
          <a:blip r:embed="rId11">
            <a:alphaModFix/>
          </a:blip>
          <a:srcRect b="23626" l="0" r="0" t="0"/>
          <a:stretch/>
        </p:blipFill>
        <p:spPr>
          <a:xfrm>
            <a:off x="188640" y="7257765"/>
            <a:ext cx="1260000" cy="914635"/>
          </a:xfrm>
          <a:prstGeom prst="rect">
            <a:avLst/>
          </a:prstGeom>
          <a:noFill/>
          <a:ln>
            <a:noFill/>
          </a:ln>
        </p:spPr>
      </p:pic>
      <p:sp>
        <p:nvSpPr>
          <p:cNvPr id="219" name="Google Shape;219;p10"/>
          <p:cNvSpPr/>
          <p:nvPr/>
        </p:nvSpPr>
        <p:spPr>
          <a:xfrm>
            <a:off x="260648" y="8172400"/>
            <a:ext cx="989012"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pt-BR" sz="800">
                <a:solidFill>
                  <a:srgbClr val="FF0000"/>
                </a:solidFill>
                <a:latin typeface="Calibri"/>
                <a:ea typeface="Calibri"/>
                <a:cs typeface="Calibri"/>
                <a:sym typeface="Calibri"/>
              </a:rPr>
              <a:t>Certifique</a:t>
            </a:r>
            <a:r>
              <a:rPr b="1" lang="pt-BR" sz="800">
                <a:solidFill>
                  <a:srgbClr val="FF0000"/>
                </a:solidFill>
                <a:latin typeface="Calibri"/>
                <a:ea typeface="Calibri"/>
                <a:cs typeface="Calibri"/>
                <a:sym typeface="Calibri"/>
              </a:rPr>
              <a:t> que os fios estão ligados na sequencia correta</a:t>
            </a:r>
            <a:r>
              <a:rPr b="1" lang="pt-BR" sz="800">
                <a:solidFill>
                  <a:srgbClr val="FF0000"/>
                </a:solidFill>
                <a:latin typeface="Calibri"/>
                <a:ea typeface="Calibri"/>
                <a:cs typeface="Calibri"/>
                <a:sym typeface="Calibri"/>
              </a:rPr>
              <a:t> </a:t>
            </a:r>
            <a:r>
              <a:rPr b="1" lang="pt-BR" sz="800">
                <a:solidFill>
                  <a:srgbClr val="FF0000"/>
                </a:solidFill>
                <a:latin typeface="Calibri"/>
                <a:ea typeface="Calibri"/>
                <a:cs typeface="Calibri"/>
                <a:sym typeface="Calibri"/>
              </a:rPr>
              <a:t> U-V-W</a:t>
            </a:r>
            <a:endParaRPr b="1" sz="800">
              <a:solidFill>
                <a:srgbClr val="FF0000"/>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p:cSld name="5">
    <p:spTree>
      <p:nvGrpSpPr>
        <p:cNvPr id="220" name="Shape 220"/>
        <p:cNvGrpSpPr/>
        <p:nvPr/>
      </p:nvGrpSpPr>
      <p:grpSpPr>
        <a:xfrm>
          <a:off x="0" y="0"/>
          <a:ext cx="0" cy="0"/>
          <a:chOff x="0" y="0"/>
          <a:chExt cx="0" cy="0"/>
        </a:xfrm>
      </p:grpSpPr>
      <p:sp>
        <p:nvSpPr>
          <p:cNvPr id="221" name="Google Shape;221;p11"/>
          <p:cNvSpPr txBox="1"/>
          <p:nvPr/>
        </p:nvSpPr>
        <p:spPr>
          <a:xfrm>
            <a:off x="6061490" y="670651"/>
            <a:ext cx="777240" cy="32131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pt-BR" sz="900">
                <a:solidFill>
                  <a:schemeClr val="dk1"/>
                </a:solidFill>
                <a:latin typeface="Times New Roman"/>
                <a:ea typeface="Times New Roman"/>
                <a:cs typeface="Times New Roman"/>
                <a:sym typeface="Times New Roman"/>
              </a:rPr>
              <a:t>Versão:</a:t>
            </a:r>
            <a:r>
              <a:rPr lang="pt-BR" sz="900">
                <a:solidFill>
                  <a:schemeClr val="dk1"/>
                </a:solidFill>
                <a:latin typeface="Times New Roman"/>
                <a:ea typeface="Times New Roman"/>
                <a:cs typeface="Times New Roman"/>
                <a:sym typeface="Times New Roman"/>
              </a:rPr>
              <a:t> 01</a:t>
            </a:r>
            <a:endParaRPr sz="12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b="1" lang="pt-BR" sz="900">
                <a:solidFill>
                  <a:schemeClr val="dk1"/>
                </a:solidFill>
                <a:latin typeface="Times New Roman"/>
                <a:ea typeface="Times New Roman"/>
                <a:cs typeface="Times New Roman"/>
                <a:sym typeface="Times New Roman"/>
              </a:rPr>
              <a:t>Página</a:t>
            </a:r>
            <a:r>
              <a:rPr lang="pt-BR" sz="900">
                <a:solidFill>
                  <a:schemeClr val="dk1"/>
                </a:solidFill>
                <a:latin typeface="Times New Roman"/>
                <a:ea typeface="Times New Roman"/>
                <a:cs typeface="Times New Roman"/>
                <a:sym typeface="Times New Roman"/>
              </a:rPr>
              <a:t> 5/5</a:t>
            </a:r>
            <a:endParaRPr sz="1200">
              <a:solidFill>
                <a:schemeClr val="dk1"/>
              </a:solidFill>
              <a:latin typeface="Times New Roman"/>
              <a:ea typeface="Times New Roman"/>
              <a:cs typeface="Times New Roman"/>
              <a:sym typeface="Times New Roman"/>
            </a:endParaRPr>
          </a:p>
        </p:txBody>
      </p:sp>
      <p:sp>
        <p:nvSpPr>
          <p:cNvPr id="222" name="Google Shape;222;p11"/>
          <p:cNvSpPr txBox="1"/>
          <p:nvPr/>
        </p:nvSpPr>
        <p:spPr>
          <a:xfrm>
            <a:off x="141537" y="1031632"/>
            <a:ext cx="330218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pt-BR" sz="1400">
                <a:solidFill>
                  <a:schemeClr val="dk1"/>
                </a:solidFill>
                <a:latin typeface="Calibri"/>
                <a:ea typeface="Calibri"/>
                <a:cs typeface="Calibri"/>
                <a:sym typeface="Calibri"/>
              </a:rPr>
              <a:t>ANÁLISE</a:t>
            </a:r>
            <a:r>
              <a:rPr b="1" lang="pt-BR" sz="1400">
                <a:solidFill>
                  <a:schemeClr val="dk1"/>
                </a:solidFill>
                <a:latin typeface="Calibri"/>
                <a:ea typeface="Calibri"/>
                <a:cs typeface="Calibri"/>
                <a:sym typeface="Calibri"/>
              </a:rPr>
              <a:t> A SER REALIZADA PELO TÉCNICO</a:t>
            </a:r>
            <a:endParaRPr b="1" sz="1400">
              <a:solidFill>
                <a:schemeClr val="dk1"/>
              </a:solidFill>
              <a:latin typeface="Calibri"/>
              <a:ea typeface="Calibri"/>
              <a:cs typeface="Calibri"/>
              <a:sym typeface="Calibri"/>
            </a:endParaRPr>
          </a:p>
        </p:txBody>
      </p:sp>
      <p:graphicFrame>
        <p:nvGraphicFramePr>
          <p:cNvPr id="223" name="Google Shape;223;p11"/>
          <p:cNvGraphicFramePr/>
          <p:nvPr/>
        </p:nvGraphicFramePr>
        <p:xfrm>
          <a:off x="260648" y="6229100"/>
          <a:ext cx="3000000" cy="3000000"/>
        </p:xfrm>
        <a:graphic>
          <a:graphicData uri="http://schemas.openxmlformats.org/drawingml/2006/table">
            <a:tbl>
              <a:tblPr bandRow="1" firstCol="1" firstRow="1">
                <a:noFill/>
                <a:tableStyleId>{F40E58AD-1F7B-402A-A3EE-2EDB90C0901C}</a:tableStyleId>
              </a:tblPr>
              <a:tblGrid>
                <a:gridCol w="746250"/>
                <a:gridCol w="800950"/>
                <a:gridCol w="918675"/>
                <a:gridCol w="892525"/>
                <a:gridCol w="1105975"/>
                <a:gridCol w="1904550"/>
              </a:tblGrid>
              <a:tr h="233950">
                <a:tc>
                  <a:txBody>
                    <a:bodyPr/>
                    <a:lstStyle/>
                    <a:p>
                      <a:pPr indent="0" lvl="0" marL="0" marR="0" rtl="0" algn="ctr">
                        <a:lnSpc>
                          <a:spcPct val="115000"/>
                        </a:lnSpc>
                        <a:spcBef>
                          <a:spcPts val="0"/>
                        </a:spcBef>
                        <a:spcAft>
                          <a:spcPts val="0"/>
                        </a:spcAft>
                        <a:buNone/>
                      </a:pPr>
                      <a:r>
                        <a:rPr lang="pt-BR" sz="1000" u="none" cap="none" strike="noStrike"/>
                        <a:t>Revisão</a:t>
                      </a:r>
                      <a:endParaRPr sz="1000" u="none" cap="none" strike="noStrike">
                        <a:latin typeface="Calibri"/>
                        <a:ea typeface="Calibri"/>
                        <a:cs typeface="Calibri"/>
                        <a:sym typeface="Calibri"/>
                      </a:endParaRPr>
                    </a:p>
                  </a:txBody>
                  <a:tcPr marT="0" marB="0" marR="40325" marL="40325" anchor="ctr">
                    <a:solidFill>
                      <a:srgbClr val="C00000"/>
                    </a:solidFill>
                  </a:tcPr>
                </a:tc>
                <a:tc>
                  <a:txBody>
                    <a:bodyPr/>
                    <a:lstStyle/>
                    <a:p>
                      <a:pPr indent="0" lvl="0" marL="0" marR="0" rtl="0" algn="ctr">
                        <a:lnSpc>
                          <a:spcPct val="115000"/>
                        </a:lnSpc>
                        <a:spcBef>
                          <a:spcPts val="0"/>
                        </a:spcBef>
                        <a:spcAft>
                          <a:spcPts val="0"/>
                        </a:spcAft>
                        <a:buNone/>
                      </a:pPr>
                      <a:r>
                        <a:rPr lang="pt-BR" sz="1000" u="none" cap="none" strike="noStrike"/>
                        <a:t>Data</a:t>
                      </a:r>
                      <a:endParaRPr sz="1000" u="none" cap="none" strike="noStrike">
                        <a:latin typeface="Calibri"/>
                        <a:ea typeface="Calibri"/>
                        <a:cs typeface="Calibri"/>
                        <a:sym typeface="Calibri"/>
                      </a:endParaRPr>
                    </a:p>
                  </a:txBody>
                  <a:tcPr marT="0" marB="0" marR="40325" marL="40325" anchor="ctr">
                    <a:solidFill>
                      <a:srgbClr val="C00000"/>
                    </a:solidFill>
                  </a:tcPr>
                </a:tc>
                <a:tc>
                  <a:txBody>
                    <a:bodyPr/>
                    <a:lstStyle/>
                    <a:p>
                      <a:pPr indent="0" lvl="0" marL="0" marR="0" rtl="0" algn="ctr">
                        <a:lnSpc>
                          <a:spcPct val="115000"/>
                        </a:lnSpc>
                        <a:spcBef>
                          <a:spcPts val="0"/>
                        </a:spcBef>
                        <a:spcAft>
                          <a:spcPts val="0"/>
                        </a:spcAft>
                        <a:buNone/>
                      </a:pPr>
                      <a:r>
                        <a:rPr lang="pt-BR" sz="1000" u="none" cap="none" strike="noStrike"/>
                        <a:t>Elaborado</a:t>
                      </a:r>
                      <a:endParaRPr sz="1000" u="none" cap="none" strike="noStrike">
                        <a:latin typeface="Calibri"/>
                        <a:ea typeface="Calibri"/>
                        <a:cs typeface="Calibri"/>
                        <a:sym typeface="Calibri"/>
                      </a:endParaRPr>
                    </a:p>
                  </a:txBody>
                  <a:tcPr marT="0" marB="0" marR="40325" marL="40325" anchor="ctr">
                    <a:solidFill>
                      <a:srgbClr val="C00000"/>
                    </a:solidFill>
                  </a:tcPr>
                </a:tc>
                <a:tc>
                  <a:txBody>
                    <a:bodyPr/>
                    <a:lstStyle/>
                    <a:p>
                      <a:pPr indent="0" lvl="0" marL="0" marR="0" rtl="0" algn="ctr">
                        <a:lnSpc>
                          <a:spcPct val="115000"/>
                        </a:lnSpc>
                        <a:spcBef>
                          <a:spcPts val="0"/>
                        </a:spcBef>
                        <a:spcAft>
                          <a:spcPts val="0"/>
                        </a:spcAft>
                        <a:buNone/>
                      </a:pPr>
                      <a:r>
                        <a:rPr lang="pt-BR" sz="1000" u="none" cap="none" strike="noStrike"/>
                        <a:t>Revisado</a:t>
                      </a:r>
                      <a:endParaRPr sz="1000" u="none" cap="none" strike="noStrike">
                        <a:latin typeface="Calibri"/>
                        <a:ea typeface="Calibri"/>
                        <a:cs typeface="Calibri"/>
                        <a:sym typeface="Calibri"/>
                      </a:endParaRPr>
                    </a:p>
                  </a:txBody>
                  <a:tcPr marT="0" marB="0" marR="40325" marL="40325" anchor="ctr">
                    <a:solidFill>
                      <a:srgbClr val="C00000"/>
                    </a:solidFill>
                  </a:tcPr>
                </a:tc>
                <a:tc>
                  <a:txBody>
                    <a:bodyPr/>
                    <a:lstStyle/>
                    <a:p>
                      <a:pPr indent="0" lvl="0" marL="0" marR="0" rtl="0" algn="ctr">
                        <a:lnSpc>
                          <a:spcPct val="115000"/>
                        </a:lnSpc>
                        <a:spcBef>
                          <a:spcPts val="0"/>
                        </a:spcBef>
                        <a:spcAft>
                          <a:spcPts val="0"/>
                        </a:spcAft>
                        <a:buNone/>
                      </a:pPr>
                      <a:r>
                        <a:rPr lang="pt-BR" sz="1000" u="none" cap="none" strike="noStrike"/>
                        <a:t>Aprovado</a:t>
                      </a:r>
                      <a:endParaRPr sz="1000" u="none" cap="none" strike="noStrike">
                        <a:latin typeface="Calibri"/>
                        <a:ea typeface="Calibri"/>
                        <a:cs typeface="Calibri"/>
                        <a:sym typeface="Calibri"/>
                      </a:endParaRPr>
                    </a:p>
                  </a:txBody>
                  <a:tcPr marT="0" marB="0" marR="40325" marL="40325" anchor="ctr">
                    <a:solidFill>
                      <a:srgbClr val="C00000"/>
                    </a:solidFill>
                  </a:tcPr>
                </a:tc>
                <a:tc>
                  <a:txBody>
                    <a:bodyPr/>
                    <a:lstStyle/>
                    <a:p>
                      <a:pPr indent="0" lvl="0" marL="0" marR="0" rtl="0" algn="ctr">
                        <a:lnSpc>
                          <a:spcPct val="115000"/>
                        </a:lnSpc>
                        <a:spcBef>
                          <a:spcPts val="0"/>
                        </a:spcBef>
                        <a:spcAft>
                          <a:spcPts val="0"/>
                        </a:spcAft>
                        <a:buNone/>
                      </a:pPr>
                      <a:r>
                        <a:rPr lang="pt-BR" sz="1000" u="none" cap="none" strike="noStrike"/>
                        <a:t>Descrição da Alteração</a:t>
                      </a:r>
                      <a:endParaRPr sz="1000" u="none" cap="none" strike="noStrike">
                        <a:latin typeface="Calibri"/>
                        <a:ea typeface="Calibri"/>
                        <a:cs typeface="Calibri"/>
                        <a:sym typeface="Calibri"/>
                      </a:endParaRPr>
                    </a:p>
                  </a:txBody>
                  <a:tcPr marT="0" marB="0" marR="40325" marL="40325" anchor="ctr">
                    <a:solidFill>
                      <a:srgbClr val="C00000"/>
                    </a:solidFill>
                  </a:tcPr>
                </a:tc>
              </a:tr>
              <a:tr h="233950">
                <a:tc>
                  <a:txBody>
                    <a:bodyPr/>
                    <a:lstStyle/>
                    <a:p>
                      <a:pPr indent="0" lvl="0" marL="0" marR="0" rtl="0" algn="ctr">
                        <a:lnSpc>
                          <a:spcPct val="115000"/>
                        </a:lnSpc>
                        <a:spcBef>
                          <a:spcPts val="0"/>
                        </a:spcBef>
                        <a:spcAft>
                          <a:spcPts val="0"/>
                        </a:spcAft>
                        <a:buNone/>
                      </a:pPr>
                      <a:r>
                        <a:rPr lang="pt-BR" sz="1000" u="none" cap="none" strike="noStrike"/>
                        <a:t>01</a:t>
                      </a:r>
                      <a:endParaRPr sz="1000" u="none" cap="none" strike="noStrike">
                        <a:latin typeface="Calibri"/>
                        <a:ea typeface="Calibri"/>
                        <a:cs typeface="Calibri"/>
                        <a:sym typeface="Calibri"/>
                      </a:endParaRPr>
                    </a:p>
                  </a:txBody>
                  <a:tcPr marT="0" marB="0" marR="40325" marL="40325" anchor="ctr">
                    <a:solidFill>
                      <a:srgbClr val="C00000"/>
                    </a:solidFill>
                  </a:tcPr>
                </a:tc>
                <a:tc>
                  <a:txBody>
                    <a:bodyPr/>
                    <a:lstStyle/>
                    <a:p>
                      <a:pPr indent="0" lvl="0" marL="0" marR="0" rtl="0" algn="ctr">
                        <a:lnSpc>
                          <a:spcPct val="115000"/>
                        </a:lnSpc>
                        <a:spcBef>
                          <a:spcPts val="0"/>
                        </a:spcBef>
                        <a:spcAft>
                          <a:spcPts val="0"/>
                        </a:spcAft>
                        <a:buNone/>
                      </a:pPr>
                      <a:r>
                        <a:rPr lang="pt-BR" sz="1000" u="none" cap="none" strike="noStrike"/>
                        <a:t>05/07/2021</a:t>
                      </a:r>
                      <a:endParaRPr sz="1000" u="none" cap="none" strike="noStrike">
                        <a:latin typeface="Calibri"/>
                        <a:ea typeface="Calibri"/>
                        <a:cs typeface="Calibri"/>
                        <a:sym typeface="Calibri"/>
                      </a:endParaRPr>
                    </a:p>
                  </a:txBody>
                  <a:tcPr marT="0" marB="0" marR="40325" marL="40325" anchor="ctr"/>
                </a:tc>
                <a:tc>
                  <a:txBody>
                    <a:bodyPr/>
                    <a:lstStyle/>
                    <a:p>
                      <a:pPr indent="0" lvl="0" marL="0" marR="0" rtl="0" algn="ctr">
                        <a:lnSpc>
                          <a:spcPct val="115000"/>
                        </a:lnSpc>
                        <a:spcBef>
                          <a:spcPts val="0"/>
                        </a:spcBef>
                        <a:spcAft>
                          <a:spcPts val="0"/>
                        </a:spcAft>
                        <a:buNone/>
                      </a:pPr>
                      <a:r>
                        <a:rPr lang="pt-BR" sz="1000" u="none" cap="none" strike="noStrike"/>
                        <a:t>Pedro Pasinato</a:t>
                      </a:r>
                      <a:endParaRPr sz="1000" u="none" cap="none" strike="noStrike">
                        <a:latin typeface="Calibri"/>
                        <a:ea typeface="Calibri"/>
                        <a:cs typeface="Calibri"/>
                        <a:sym typeface="Calibri"/>
                      </a:endParaRPr>
                    </a:p>
                  </a:txBody>
                  <a:tcPr marT="0" marB="0" marR="40325" marL="40325" anchor="ctr"/>
                </a:tc>
                <a:tc>
                  <a:txBody>
                    <a:bodyPr/>
                    <a:lstStyle/>
                    <a:p>
                      <a:pPr indent="0" lvl="0" marL="0" marR="0" rtl="0" algn="ctr">
                        <a:lnSpc>
                          <a:spcPct val="115000"/>
                        </a:lnSpc>
                        <a:spcBef>
                          <a:spcPts val="0"/>
                        </a:spcBef>
                        <a:spcAft>
                          <a:spcPts val="0"/>
                        </a:spcAft>
                        <a:buNone/>
                      </a:pPr>
                      <a:r>
                        <a:rPr lang="pt-BR" sz="1000" u="none" cap="none" strike="noStrike"/>
                        <a:t>Carlos Jesus</a:t>
                      </a:r>
                      <a:endParaRPr sz="1000" u="none" cap="none" strike="noStrike">
                        <a:latin typeface="Calibri"/>
                        <a:ea typeface="Calibri"/>
                        <a:cs typeface="Calibri"/>
                        <a:sym typeface="Calibri"/>
                      </a:endParaRPr>
                    </a:p>
                  </a:txBody>
                  <a:tcPr marT="0" marB="0" marR="40325" marL="40325" anchor="ctr"/>
                </a:tc>
                <a:tc>
                  <a:txBody>
                    <a:bodyPr/>
                    <a:lstStyle/>
                    <a:p>
                      <a:pPr indent="0" lvl="0" marL="0" marR="0" rtl="0" algn="ctr">
                        <a:lnSpc>
                          <a:spcPct val="115000"/>
                        </a:lnSpc>
                        <a:spcBef>
                          <a:spcPts val="0"/>
                        </a:spcBef>
                        <a:spcAft>
                          <a:spcPts val="0"/>
                        </a:spcAft>
                        <a:buNone/>
                      </a:pPr>
                      <a:r>
                        <a:rPr lang="pt-BR" sz="1000" u="none" cap="none" strike="noStrike"/>
                        <a:t>Alexandre Souza</a:t>
                      </a:r>
                      <a:endParaRPr sz="1000" u="none" cap="none" strike="noStrike">
                        <a:latin typeface="Calibri"/>
                        <a:ea typeface="Calibri"/>
                        <a:cs typeface="Calibri"/>
                        <a:sym typeface="Calibri"/>
                      </a:endParaRPr>
                    </a:p>
                  </a:txBody>
                  <a:tcPr marT="0" marB="0" marR="40325" marL="40325" anchor="ctr"/>
                </a:tc>
                <a:tc>
                  <a:txBody>
                    <a:bodyPr/>
                    <a:lstStyle/>
                    <a:p>
                      <a:pPr indent="0" lvl="0" marL="0" marR="0" rtl="0" algn="ctr">
                        <a:lnSpc>
                          <a:spcPct val="115000"/>
                        </a:lnSpc>
                        <a:spcBef>
                          <a:spcPts val="0"/>
                        </a:spcBef>
                        <a:spcAft>
                          <a:spcPts val="0"/>
                        </a:spcAft>
                        <a:buNone/>
                      </a:pPr>
                      <a:r>
                        <a:rPr lang="pt-BR" sz="1000" u="none" cap="none" strike="noStrike"/>
                        <a:t>Orientação para testes</a:t>
                      </a:r>
                      <a:endParaRPr sz="1000" u="none" cap="none" strike="noStrike">
                        <a:latin typeface="Calibri"/>
                        <a:ea typeface="Calibri"/>
                        <a:cs typeface="Calibri"/>
                        <a:sym typeface="Calibri"/>
                      </a:endParaRPr>
                    </a:p>
                  </a:txBody>
                  <a:tcPr marT="0" marB="0" marR="40325" marL="40325" anchor="ctr"/>
                </a:tc>
              </a:tr>
            </a:tbl>
          </a:graphicData>
        </a:graphic>
      </p:graphicFrame>
      <p:sp>
        <p:nvSpPr>
          <p:cNvPr id="224" name="Google Shape;224;p11"/>
          <p:cNvSpPr/>
          <p:nvPr/>
        </p:nvSpPr>
        <p:spPr>
          <a:xfrm>
            <a:off x="404664" y="6732240"/>
            <a:ext cx="6224905" cy="1867535"/>
          </a:xfrm>
          <a:prstGeom prst="roundRect">
            <a:avLst>
              <a:gd fmla="val 16667" name="adj"/>
            </a:avLst>
          </a:prstGeom>
          <a:noFill/>
          <a:ln cap="flat" cmpd="sng" w="9525">
            <a:solidFill>
              <a:srgbClr val="0C0C0C"/>
            </a:solidFill>
            <a:prstDash val="solid"/>
            <a:round/>
            <a:headEnd len="sm" w="sm" type="none"/>
            <a:tailEnd len="sm" w="sm" type="none"/>
          </a:ln>
        </p:spPr>
        <p:txBody>
          <a:bodyPr anchorCtr="0" anchor="t" bIns="36575" lIns="36575" spcFirstLastPara="1" rIns="36575" wrap="square" tIns="36575">
            <a:noAutofit/>
          </a:bodyPr>
          <a:lstStyle/>
          <a:p>
            <a:pPr indent="0" lvl="0" marL="0" marR="0" rtl="0" algn="l">
              <a:lnSpc>
                <a:spcPct val="115000"/>
              </a:lnSpc>
              <a:spcBef>
                <a:spcPts val="0"/>
              </a:spcBef>
              <a:spcAft>
                <a:spcPts val="0"/>
              </a:spcAft>
              <a:buNone/>
            </a:pPr>
            <a:r>
              <a:rPr lang="pt-BR" sz="800">
                <a:solidFill>
                  <a:schemeClr val="dk1"/>
                </a:solidFill>
                <a:latin typeface="Arial"/>
                <a:ea typeface="Arial"/>
                <a:cs typeface="Arial"/>
                <a:sym typeface="Arial"/>
              </a:rPr>
              <a:t>Copyright © 2021 por LG Electronics do Brasil Ltda.</a:t>
            </a:r>
            <a:endParaRPr sz="1100">
              <a:solidFill>
                <a:schemeClr val="dk1"/>
              </a:solidFill>
              <a:latin typeface="Calibri"/>
              <a:ea typeface="Calibri"/>
              <a:cs typeface="Calibri"/>
              <a:sym typeface="Calibri"/>
            </a:endParaRPr>
          </a:p>
          <a:p>
            <a:pPr indent="0" lvl="0" marL="0" marR="0" rtl="0" algn="l">
              <a:lnSpc>
                <a:spcPct val="115000"/>
              </a:lnSpc>
              <a:spcBef>
                <a:spcPts val="1000"/>
              </a:spcBef>
              <a:spcAft>
                <a:spcPts val="0"/>
              </a:spcAft>
              <a:buNone/>
            </a:pPr>
            <a:r>
              <a:rPr lang="pt-BR" sz="800">
                <a:solidFill>
                  <a:schemeClr val="dk1"/>
                </a:solidFill>
                <a:latin typeface="Arial"/>
                <a:ea typeface="Arial"/>
                <a:cs typeface="Arial"/>
                <a:sym typeface="Arial"/>
              </a:rPr>
              <a:t> </a:t>
            </a:r>
            <a:endParaRPr sz="1100">
              <a:solidFill>
                <a:schemeClr val="dk1"/>
              </a:solidFill>
              <a:latin typeface="Calibri"/>
              <a:ea typeface="Calibri"/>
              <a:cs typeface="Calibri"/>
              <a:sym typeface="Calibri"/>
            </a:endParaRPr>
          </a:p>
          <a:p>
            <a:pPr indent="0" lvl="0" marL="0" marR="0" rtl="0" algn="l">
              <a:lnSpc>
                <a:spcPct val="115000"/>
              </a:lnSpc>
              <a:spcBef>
                <a:spcPts val="1000"/>
              </a:spcBef>
              <a:spcAft>
                <a:spcPts val="0"/>
              </a:spcAft>
              <a:buNone/>
            </a:pPr>
            <a:r>
              <a:rPr lang="pt-BR" sz="800">
                <a:solidFill>
                  <a:schemeClr val="dk1"/>
                </a:solidFill>
                <a:latin typeface="Arial"/>
                <a:ea typeface="Arial"/>
                <a:cs typeface="Arial"/>
                <a:sym typeface="Arial"/>
              </a:rPr>
              <a:t>Todos os direitos reservados. Nenhuma parte deste boletim pode ser reproduzida, por qualquer processo ou técnica, traduzido ou convertido em qualquer forma eletrônica, ou legível por qualquer meio, em parte ou no todo, sem a aprovação prévia, por escrito, sem o expresso consentimento por escrito da LG Electronics do Brasil Ltda., estando o contrafator sujeito a responder por crime de Violação de Direito Autoral, conforme o art.184 do Código Penal Brasileiro, além de responder por Perdas e Danos. Todos os logotipos e marcas utilizados neste material pertencem às suas respectivas empresas.</a:t>
            </a:r>
            <a:endParaRPr sz="1100">
              <a:solidFill>
                <a:schemeClr val="dk1"/>
              </a:solidFill>
              <a:latin typeface="Calibri"/>
              <a:ea typeface="Calibri"/>
              <a:cs typeface="Calibri"/>
              <a:sym typeface="Calibri"/>
            </a:endParaRPr>
          </a:p>
          <a:p>
            <a:pPr indent="0" lvl="0" marL="0" marR="0" rtl="0" algn="l">
              <a:lnSpc>
                <a:spcPct val="115000"/>
              </a:lnSpc>
              <a:spcBef>
                <a:spcPts val="1000"/>
              </a:spcBef>
              <a:spcAft>
                <a:spcPts val="0"/>
              </a:spcAft>
              <a:buNone/>
            </a:pPr>
            <a:r>
              <a:rPr i="1" lang="pt-BR" sz="800">
                <a:solidFill>
                  <a:schemeClr val="dk1"/>
                </a:solidFill>
                <a:latin typeface="Arial"/>
                <a:ea typeface="Arial"/>
                <a:cs typeface="Arial"/>
                <a:sym typeface="Arial"/>
              </a:rPr>
              <a:t>“As marcas registradas e os nomes comerciais citados nesta obra, mesmo que não sejam assim identificados, pertencem aos seus respectivos proprietários nos termos das leis, convenções e diretrizes nacionais e internacionais.”</a:t>
            </a:r>
            <a:endParaRPr sz="1100">
              <a:solidFill>
                <a:schemeClr val="dk1"/>
              </a:solidFill>
              <a:latin typeface="Calibri"/>
              <a:ea typeface="Calibri"/>
              <a:cs typeface="Calibri"/>
              <a:sym typeface="Calibri"/>
            </a:endParaRPr>
          </a:p>
        </p:txBody>
      </p:sp>
      <p:sp>
        <p:nvSpPr>
          <p:cNvPr id="225" name="Google Shape;225;p11"/>
          <p:cNvSpPr/>
          <p:nvPr/>
        </p:nvSpPr>
        <p:spPr>
          <a:xfrm>
            <a:off x="260649" y="1619672"/>
            <a:ext cx="6368920" cy="453650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11"/>
          <p:cNvSpPr txBox="1"/>
          <p:nvPr/>
        </p:nvSpPr>
        <p:spPr>
          <a:xfrm>
            <a:off x="260649" y="1311895"/>
            <a:ext cx="1874103"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400">
                <a:solidFill>
                  <a:schemeClr val="dk1"/>
                </a:solidFill>
                <a:latin typeface="Calibri"/>
                <a:ea typeface="Calibri"/>
                <a:cs typeface="Calibri"/>
                <a:sym typeface="Calibri"/>
              </a:rPr>
              <a:t>9. Foto do Compressor </a:t>
            </a:r>
            <a:endParaRPr b="0" sz="1400">
              <a:solidFill>
                <a:schemeClr val="dk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ayout Personalizado">
  <p:cSld name="1_Layout Personalizado">
    <p:spTree>
      <p:nvGrpSpPr>
        <p:cNvPr id="227" name="Shape 227"/>
        <p:cNvGrpSpPr/>
        <p:nvPr/>
      </p:nvGrpSpPr>
      <p:grpSpPr>
        <a:xfrm>
          <a:off x="0" y="0"/>
          <a:ext cx="0" cy="0"/>
          <a:chOff x="0" y="0"/>
          <a:chExt cx="0" cy="0"/>
        </a:xfrm>
      </p:grpSpPr>
      <p:sp>
        <p:nvSpPr>
          <p:cNvPr id="228" name="Google Shape;228;p12"/>
          <p:cNvSpPr txBox="1"/>
          <p:nvPr>
            <p:ph type="title"/>
          </p:nvPr>
        </p:nvSpPr>
        <p:spPr>
          <a:xfrm>
            <a:off x="471488" y="487363"/>
            <a:ext cx="5915025" cy="17668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Personalizado">
  <p:cSld name="Layout Personalizado">
    <p:spTree>
      <p:nvGrpSpPr>
        <p:cNvPr id="229" name="Shape 229"/>
        <p:cNvGrpSpPr/>
        <p:nvPr/>
      </p:nvGrpSpPr>
      <p:grpSpPr>
        <a:xfrm>
          <a:off x="0" y="0"/>
          <a:ext cx="0" cy="0"/>
          <a:chOff x="0" y="0"/>
          <a:chExt cx="0" cy="0"/>
        </a:xfrm>
      </p:grpSpPr>
      <p:sp>
        <p:nvSpPr>
          <p:cNvPr id="230" name="Google Shape;230;p13"/>
          <p:cNvSpPr txBox="1"/>
          <p:nvPr>
            <p:ph type="title"/>
          </p:nvPr>
        </p:nvSpPr>
        <p:spPr>
          <a:xfrm>
            <a:off x="471488" y="487363"/>
            <a:ext cx="5915025" cy="1766887"/>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237" name="Shape 237"/>
        <p:cNvGrpSpPr/>
        <p:nvPr/>
      </p:nvGrpSpPr>
      <p:grpSpPr>
        <a:xfrm>
          <a:off x="0" y="0"/>
          <a:ext cx="0" cy="0"/>
          <a:chOff x="0" y="0"/>
          <a:chExt cx="0" cy="0"/>
        </a:xfrm>
      </p:grpSpPr>
      <p:sp>
        <p:nvSpPr>
          <p:cNvPr id="238" name="Google Shape;238;p15"/>
          <p:cNvSpPr txBox="1"/>
          <p:nvPr>
            <p:ph type="ctrTitle"/>
          </p:nvPr>
        </p:nvSpPr>
        <p:spPr>
          <a:xfrm>
            <a:off x="857250" y="1497013"/>
            <a:ext cx="5143500" cy="318293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9" name="Google Shape;239;p15"/>
          <p:cNvSpPr txBox="1"/>
          <p:nvPr>
            <p:ph idx="1" type="subTitle"/>
          </p:nvPr>
        </p:nvSpPr>
        <p:spPr>
          <a:xfrm>
            <a:off x="857250" y="4802188"/>
            <a:ext cx="5143500" cy="220821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0" name="Google Shape;240;p15"/>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15"/>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15"/>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243" name="Shape 243"/>
        <p:cNvGrpSpPr/>
        <p:nvPr/>
      </p:nvGrpSpPr>
      <p:grpSpPr>
        <a:xfrm>
          <a:off x="0" y="0"/>
          <a:ext cx="0" cy="0"/>
          <a:chOff x="0" y="0"/>
          <a:chExt cx="0" cy="0"/>
        </a:xfrm>
      </p:grpSpPr>
      <p:sp>
        <p:nvSpPr>
          <p:cNvPr id="244" name="Google Shape;244;p16"/>
          <p:cNvSpPr txBox="1"/>
          <p:nvPr>
            <p:ph type="title"/>
          </p:nvPr>
        </p:nvSpPr>
        <p:spPr>
          <a:xfrm>
            <a:off x="471488" y="487363"/>
            <a:ext cx="5915025" cy="17668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 name="Google Shape;245;p16"/>
          <p:cNvSpPr txBox="1"/>
          <p:nvPr>
            <p:ph idx="1" type="body"/>
          </p:nvPr>
        </p:nvSpPr>
        <p:spPr>
          <a:xfrm>
            <a:off x="471488" y="2433638"/>
            <a:ext cx="5915025" cy="580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6" name="Google Shape;246;p16"/>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7" name="Google Shape;247;p16"/>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16"/>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249" name="Shape 249"/>
        <p:cNvGrpSpPr/>
        <p:nvPr/>
      </p:nvGrpSpPr>
      <p:grpSpPr>
        <a:xfrm>
          <a:off x="0" y="0"/>
          <a:ext cx="0" cy="0"/>
          <a:chOff x="0" y="0"/>
          <a:chExt cx="0" cy="0"/>
        </a:xfrm>
      </p:grpSpPr>
      <p:sp>
        <p:nvSpPr>
          <p:cNvPr id="250" name="Google Shape;250;p17"/>
          <p:cNvSpPr txBox="1"/>
          <p:nvPr>
            <p:ph type="title"/>
          </p:nvPr>
        </p:nvSpPr>
        <p:spPr>
          <a:xfrm>
            <a:off x="468313" y="2279650"/>
            <a:ext cx="5915025" cy="38036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7"/>
          <p:cNvSpPr txBox="1"/>
          <p:nvPr>
            <p:ph idx="1" type="body"/>
          </p:nvPr>
        </p:nvSpPr>
        <p:spPr>
          <a:xfrm>
            <a:off x="468313" y="6119813"/>
            <a:ext cx="5915025" cy="20002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52" name="Google Shape;252;p17"/>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3" name="Google Shape;253;p17"/>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17"/>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255" name="Shape 255"/>
        <p:cNvGrpSpPr/>
        <p:nvPr/>
      </p:nvGrpSpPr>
      <p:grpSpPr>
        <a:xfrm>
          <a:off x="0" y="0"/>
          <a:ext cx="0" cy="0"/>
          <a:chOff x="0" y="0"/>
          <a:chExt cx="0" cy="0"/>
        </a:xfrm>
      </p:grpSpPr>
      <p:sp>
        <p:nvSpPr>
          <p:cNvPr id="256" name="Google Shape;256;p18"/>
          <p:cNvSpPr txBox="1"/>
          <p:nvPr>
            <p:ph type="title"/>
          </p:nvPr>
        </p:nvSpPr>
        <p:spPr>
          <a:xfrm>
            <a:off x="471488" y="487363"/>
            <a:ext cx="5915025" cy="17668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18"/>
          <p:cNvSpPr txBox="1"/>
          <p:nvPr>
            <p:ph idx="1" type="body"/>
          </p:nvPr>
        </p:nvSpPr>
        <p:spPr>
          <a:xfrm>
            <a:off x="471488" y="2433638"/>
            <a:ext cx="2881312" cy="580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8" name="Google Shape;258;p18"/>
          <p:cNvSpPr txBox="1"/>
          <p:nvPr>
            <p:ph idx="2" type="body"/>
          </p:nvPr>
        </p:nvSpPr>
        <p:spPr>
          <a:xfrm>
            <a:off x="3505200" y="2433638"/>
            <a:ext cx="2881313" cy="580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9" name="Google Shape;259;p18"/>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p18"/>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1" name="Google Shape;261;p18"/>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262" name="Shape 262"/>
        <p:cNvGrpSpPr/>
        <p:nvPr/>
      </p:nvGrpSpPr>
      <p:grpSpPr>
        <a:xfrm>
          <a:off x="0" y="0"/>
          <a:ext cx="0" cy="0"/>
          <a:chOff x="0" y="0"/>
          <a:chExt cx="0" cy="0"/>
        </a:xfrm>
      </p:grpSpPr>
      <p:sp>
        <p:nvSpPr>
          <p:cNvPr id="263" name="Google Shape;263;p19"/>
          <p:cNvSpPr txBox="1"/>
          <p:nvPr>
            <p:ph type="title"/>
          </p:nvPr>
        </p:nvSpPr>
        <p:spPr>
          <a:xfrm>
            <a:off x="473075" y="487363"/>
            <a:ext cx="5915025" cy="17668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19"/>
          <p:cNvSpPr txBox="1"/>
          <p:nvPr>
            <p:ph idx="1" type="body"/>
          </p:nvPr>
        </p:nvSpPr>
        <p:spPr>
          <a:xfrm>
            <a:off x="473075" y="2241550"/>
            <a:ext cx="2900363" cy="10985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5" name="Google Shape;265;p19"/>
          <p:cNvSpPr txBox="1"/>
          <p:nvPr>
            <p:ph idx="2" type="body"/>
          </p:nvPr>
        </p:nvSpPr>
        <p:spPr>
          <a:xfrm>
            <a:off x="473075" y="3340100"/>
            <a:ext cx="2900363" cy="49133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6" name="Google Shape;266;p19"/>
          <p:cNvSpPr txBox="1"/>
          <p:nvPr>
            <p:ph idx="3" type="body"/>
          </p:nvPr>
        </p:nvSpPr>
        <p:spPr>
          <a:xfrm>
            <a:off x="3471863" y="2241550"/>
            <a:ext cx="2916237" cy="10985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67" name="Google Shape;267;p19"/>
          <p:cNvSpPr txBox="1"/>
          <p:nvPr>
            <p:ph idx="4" type="body"/>
          </p:nvPr>
        </p:nvSpPr>
        <p:spPr>
          <a:xfrm>
            <a:off x="3471863" y="3340100"/>
            <a:ext cx="2916237" cy="49133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8" name="Google Shape;268;p19"/>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9" name="Google Shape;269;p19"/>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0" name="Google Shape;270;p19"/>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271" name="Shape 271"/>
        <p:cNvGrpSpPr/>
        <p:nvPr/>
      </p:nvGrpSpPr>
      <p:grpSpPr>
        <a:xfrm>
          <a:off x="0" y="0"/>
          <a:ext cx="0" cy="0"/>
          <a:chOff x="0" y="0"/>
          <a:chExt cx="0" cy="0"/>
        </a:xfrm>
      </p:grpSpPr>
      <p:sp>
        <p:nvSpPr>
          <p:cNvPr id="272" name="Google Shape;272;p20"/>
          <p:cNvSpPr txBox="1"/>
          <p:nvPr>
            <p:ph type="title"/>
          </p:nvPr>
        </p:nvSpPr>
        <p:spPr>
          <a:xfrm>
            <a:off x="471488" y="487363"/>
            <a:ext cx="5915025" cy="17668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3" name="Google Shape;273;p20"/>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4" name="Google Shape;274;p20"/>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5" name="Google Shape;275;p20"/>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276" name="Shape 276"/>
        <p:cNvGrpSpPr/>
        <p:nvPr/>
      </p:nvGrpSpPr>
      <p:grpSpPr>
        <a:xfrm>
          <a:off x="0" y="0"/>
          <a:ext cx="0" cy="0"/>
          <a:chOff x="0" y="0"/>
          <a:chExt cx="0" cy="0"/>
        </a:xfrm>
      </p:grpSpPr>
      <p:sp>
        <p:nvSpPr>
          <p:cNvPr id="277" name="Google Shape;277;p21"/>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21"/>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9" name="Google Shape;279;p21"/>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280" name="Shape 280"/>
        <p:cNvGrpSpPr/>
        <p:nvPr/>
      </p:nvGrpSpPr>
      <p:grpSpPr>
        <a:xfrm>
          <a:off x="0" y="0"/>
          <a:ext cx="0" cy="0"/>
          <a:chOff x="0" y="0"/>
          <a:chExt cx="0" cy="0"/>
        </a:xfrm>
      </p:grpSpPr>
      <p:sp>
        <p:nvSpPr>
          <p:cNvPr id="281" name="Google Shape;281;p22"/>
          <p:cNvSpPr txBox="1"/>
          <p:nvPr>
            <p:ph type="title"/>
          </p:nvPr>
        </p:nvSpPr>
        <p:spPr>
          <a:xfrm>
            <a:off x="473075" y="609600"/>
            <a:ext cx="2211388"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22"/>
          <p:cNvSpPr txBox="1"/>
          <p:nvPr>
            <p:ph idx="1" type="body"/>
          </p:nvPr>
        </p:nvSpPr>
        <p:spPr>
          <a:xfrm>
            <a:off x="2916238" y="1316038"/>
            <a:ext cx="3471862" cy="64992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83" name="Google Shape;283;p22"/>
          <p:cNvSpPr txBox="1"/>
          <p:nvPr>
            <p:ph idx="2" type="body"/>
          </p:nvPr>
        </p:nvSpPr>
        <p:spPr>
          <a:xfrm>
            <a:off x="473075" y="2743200"/>
            <a:ext cx="2211388" cy="508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84" name="Google Shape;284;p22"/>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5" name="Google Shape;285;p22"/>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6" name="Google Shape;286;p22"/>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287" name="Shape 287"/>
        <p:cNvGrpSpPr/>
        <p:nvPr/>
      </p:nvGrpSpPr>
      <p:grpSpPr>
        <a:xfrm>
          <a:off x="0" y="0"/>
          <a:ext cx="0" cy="0"/>
          <a:chOff x="0" y="0"/>
          <a:chExt cx="0" cy="0"/>
        </a:xfrm>
      </p:grpSpPr>
      <p:sp>
        <p:nvSpPr>
          <p:cNvPr id="288" name="Google Shape;288;p23"/>
          <p:cNvSpPr txBox="1"/>
          <p:nvPr>
            <p:ph type="title"/>
          </p:nvPr>
        </p:nvSpPr>
        <p:spPr>
          <a:xfrm>
            <a:off x="473075" y="609600"/>
            <a:ext cx="2211388"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9" name="Google Shape;289;p23"/>
          <p:cNvSpPr/>
          <p:nvPr>
            <p:ph idx="2" type="pic"/>
          </p:nvPr>
        </p:nvSpPr>
        <p:spPr>
          <a:xfrm>
            <a:off x="2916238" y="1316038"/>
            <a:ext cx="3471862" cy="6499225"/>
          </a:xfrm>
          <a:prstGeom prst="rect">
            <a:avLst/>
          </a:prstGeom>
          <a:noFill/>
          <a:ln>
            <a:noFill/>
          </a:ln>
        </p:spPr>
      </p:sp>
      <p:sp>
        <p:nvSpPr>
          <p:cNvPr id="290" name="Google Shape;290;p23"/>
          <p:cNvSpPr txBox="1"/>
          <p:nvPr>
            <p:ph idx="1" type="body"/>
          </p:nvPr>
        </p:nvSpPr>
        <p:spPr>
          <a:xfrm>
            <a:off x="473075" y="2743200"/>
            <a:ext cx="2211388" cy="508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91" name="Google Shape;291;p23"/>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2" name="Google Shape;292;p23"/>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3" name="Google Shape;293;p23"/>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294" name="Shape 294"/>
        <p:cNvGrpSpPr/>
        <p:nvPr/>
      </p:nvGrpSpPr>
      <p:grpSpPr>
        <a:xfrm>
          <a:off x="0" y="0"/>
          <a:ext cx="0" cy="0"/>
          <a:chOff x="0" y="0"/>
          <a:chExt cx="0" cy="0"/>
        </a:xfrm>
      </p:grpSpPr>
      <p:sp>
        <p:nvSpPr>
          <p:cNvPr id="295" name="Google Shape;295;p24"/>
          <p:cNvSpPr txBox="1"/>
          <p:nvPr>
            <p:ph type="title"/>
          </p:nvPr>
        </p:nvSpPr>
        <p:spPr>
          <a:xfrm>
            <a:off x="471488" y="487363"/>
            <a:ext cx="5915025" cy="17668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24"/>
          <p:cNvSpPr txBox="1"/>
          <p:nvPr>
            <p:ph idx="1" type="body"/>
          </p:nvPr>
        </p:nvSpPr>
        <p:spPr>
          <a:xfrm rot="5400000">
            <a:off x="527845" y="2377282"/>
            <a:ext cx="5802312"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7" name="Google Shape;297;p24"/>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8" name="Google Shape;298;p24"/>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9" name="Google Shape;299;p24"/>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300" name="Shape 300"/>
        <p:cNvGrpSpPr/>
        <p:nvPr/>
      </p:nvGrpSpPr>
      <p:grpSpPr>
        <a:xfrm>
          <a:off x="0" y="0"/>
          <a:ext cx="0" cy="0"/>
          <a:chOff x="0" y="0"/>
          <a:chExt cx="0" cy="0"/>
        </a:xfrm>
      </p:grpSpPr>
      <p:sp>
        <p:nvSpPr>
          <p:cNvPr id="301" name="Google Shape;301;p25"/>
          <p:cNvSpPr txBox="1"/>
          <p:nvPr>
            <p:ph type="title"/>
          </p:nvPr>
        </p:nvSpPr>
        <p:spPr>
          <a:xfrm rot="5400000">
            <a:off x="1773238" y="3622675"/>
            <a:ext cx="7748587" cy="14779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25"/>
          <p:cNvSpPr txBox="1"/>
          <p:nvPr>
            <p:ph idx="1" type="body"/>
          </p:nvPr>
        </p:nvSpPr>
        <p:spPr>
          <a:xfrm rot="5400000">
            <a:off x="-1260474" y="2219325"/>
            <a:ext cx="7748587" cy="42846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3" name="Google Shape;303;p25"/>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4" name="Google Shape;304;p25"/>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5" name="Google Shape;305;p25"/>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312" name="Shape 312"/>
        <p:cNvGrpSpPr/>
        <p:nvPr/>
      </p:nvGrpSpPr>
      <p:grpSpPr>
        <a:xfrm>
          <a:off x="0" y="0"/>
          <a:ext cx="0" cy="0"/>
          <a:chOff x="0" y="0"/>
          <a:chExt cx="0" cy="0"/>
        </a:xfrm>
      </p:grpSpPr>
      <p:sp>
        <p:nvSpPr>
          <p:cNvPr id="313" name="Google Shape;313;p27"/>
          <p:cNvSpPr txBox="1"/>
          <p:nvPr>
            <p:ph type="ctrTitle"/>
          </p:nvPr>
        </p:nvSpPr>
        <p:spPr>
          <a:xfrm>
            <a:off x="857250" y="1497013"/>
            <a:ext cx="5143500" cy="318293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4" name="Google Shape;314;p27"/>
          <p:cNvSpPr txBox="1"/>
          <p:nvPr>
            <p:ph idx="1" type="subTitle"/>
          </p:nvPr>
        </p:nvSpPr>
        <p:spPr>
          <a:xfrm>
            <a:off x="857250" y="4802188"/>
            <a:ext cx="5143500" cy="220821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5" name="Google Shape;315;p27"/>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6" name="Google Shape;316;p27"/>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7" name="Google Shape;317;p27"/>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318" name="Shape 318"/>
        <p:cNvGrpSpPr/>
        <p:nvPr/>
      </p:nvGrpSpPr>
      <p:grpSpPr>
        <a:xfrm>
          <a:off x="0" y="0"/>
          <a:ext cx="0" cy="0"/>
          <a:chOff x="0" y="0"/>
          <a:chExt cx="0" cy="0"/>
        </a:xfrm>
      </p:grpSpPr>
      <p:sp>
        <p:nvSpPr>
          <p:cNvPr id="319" name="Google Shape;319;p28"/>
          <p:cNvSpPr txBox="1"/>
          <p:nvPr>
            <p:ph type="title"/>
          </p:nvPr>
        </p:nvSpPr>
        <p:spPr>
          <a:xfrm>
            <a:off x="471488" y="487363"/>
            <a:ext cx="5915025" cy="17668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0" name="Google Shape;320;p28"/>
          <p:cNvSpPr txBox="1"/>
          <p:nvPr>
            <p:ph idx="1" type="body"/>
          </p:nvPr>
        </p:nvSpPr>
        <p:spPr>
          <a:xfrm>
            <a:off x="471488" y="2433638"/>
            <a:ext cx="5915025" cy="580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1" name="Google Shape;321;p28"/>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2" name="Google Shape;322;p28"/>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3" name="Google Shape;323;p28"/>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324" name="Shape 324"/>
        <p:cNvGrpSpPr/>
        <p:nvPr/>
      </p:nvGrpSpPr>
      <p:grpSpPr>
        <a:xfrm>
          <a:off x="0" y="0"/>
          <a:ext cx="0" cy="0"/>
          <a:chOff x="0" y="0"/>
          <a:chExt cx="0" cy="0"/>
        </a:xfrm>
      </p:grpSpPr>
      <p:sp>
        <p:nvSpPr>
          <p:cNvPr id="325" name="Google Shape;325;p29"/>
          <p:cNvSpPr txBox="1"/>
          <p:nvPr>
            <p:ph type="title"/>
          </p:nvPr>
        </p:nvSpPr>
        <p:spPr>
          <a:xfrm>
            <a:off x="468313" y="2279650"/>
            <a:ext cx="5915025" cy="38036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6" name="Google Shape;326;p29"/>
          <p:cNvSpPr txBox="1"/>
          <p:nvPr>
            <p:ph idx="1" type="body"/>
          </p:nvPr>
        </p:nvSpPr>
        <p:spPr>
          <a:xfrm>
            <a:off x="468313" y="6119813"/>
            <a:ext cx="5915025" cy="200025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7" name="Google Shape;327;p29"/>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8" name="Google Shape;328;p29"/>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9" name="Google Shape;329;p29"/>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as Partes de Conteúdo" type="twoObj">
  <p:cSld name="TWO_OBJECTS">
    <p:spTree>
      <p:nvGrpSpPr>
        <p:cNvPr id="330" name="Shape 330"/>
        <p:cNvGrpSpPr/>
        <p:nvPr/>
      </p:nvGrpSpPr>
      <p:grpSpPr>
        <a:xfrm>
          <a:off x="0" y="0"/>
          <a:ext cx="0" cy="0"/>
          <a:chOff x="0" y="0"/>
          <a:chExt cx="0" cy="0"/>
        </a:xfrm>
      </p:grpSpPr>
      <p:sp>
        <p:nvSpPr>
          <p:cNvPr id="331" name="Google Shape;331;p30"/>
          <p:cNvSpPr txBox="1"/>
          <p:nvPr>
            <p:ph type="title"/>
          </p:nvPr>
        </p:nvSpPr>
        <p:spPr>
          <a:xfrm>
            <a:off x="471488" y="487363"/>
            <a:ext cx="5915025" cy="17668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2" name="Google Shape;332;p30"/>
          <p:cNvSpPr txBox="1"/>
          <p:nvPr>
            <p:ph idx="1" type="body"/>
          </p:nvPr>
        </p:nvSpPr>
        <p:spPr>
          <a:xfrm>
            <a:off x="471488" y="2433638"/>
            <a:ext cx="2881312" cy="580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3" name="Google Shape;333;p30"/>
          <p:cNvSpPr txBox="1"/>
          <p:nvPr>
            <p:ph idx="2" type="body"/>
          </p:nvPr>
        </p:nvSpPr>
        <p:spPr>
          <a:xfrm>
            <a:off x="3505200" y="2433638"/>
            <a:ext cx="2881313" cy="580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4" name="Google Shape;334;p30"/>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5" name="Google Shape;335;p30"/>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6" name="Google Shape;336;p30"/>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337" name="Shape 337"/>
        <p:cNvGrpSpPr/>
        <p:nvPr/>
      </p:nvGrpSpPr>
      <p:grpSpPr>
        <a:xfrm>
          <a:off x="0" y="0"/>
          <a:ext cx="0" cy="0"/>
          <a:chOff x="0" y="0"/>
          <a:chExt cx="0" cy="0"/>
        </a:xfrm>
      </p:grpSpPr>
      <p:sp>
        <p:nvSpPr>
          <p:cNvPr id="338" name="Google Shape;338;p31"/>
          <p:cNvSpPr txBox="1"/>
          <p:nvPr>
            <p:ph type="title"/>
          </p:nvPr>
        </p:nvSpPr>
        <p:spPr>
          <a:xfrm>
            <a:off x="473075" y="487363"/>
            <a:ext cx="5915025" cy="17668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9" name="Google Shape;339;p31"/>
          <p:cNvSpPr txBox="1"/>
          <p:nvPr>
            <p:ph idx="1" type="body"/>
          </p:nvPr>
        </p:nvSpPr>
        <p:spPr>
          <a:xfrm>
            <a:off x="473075" y="2241550"/>
            <a:ext cx="2900363" cy="10985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0" name="Google Shape;340;p31"/>
          <p:cNvSpPr txBox="1"/>
          <p:nvPr>
            <p:ph idx="2" type="body"/>
          </p:nvPr>
        </p:nvSpPr>
        <p:spPr>
          <a:xfrm>
            <a:off x="473075" y="3340100"/>
            <a:ext cx="2900363" cy="49133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1" name="Google Shape;341;p31"/>
          <p:cNvSpPr txBox="1"/>
          <p:nvPr>
            <p:ph idx="3" type="body"/>
          </p:nvPr>
        </p:nvSpPr>
        <p:spPr>
          <a:xfrm>
            <a:off x="3471863" y="2241550"/>
            <a:ext cx="2916237" cy="10985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2" name="Google Shape;342;p31"/>
          <p:cNvSpPr txBox="1"/>
          <p:nvPr>
            <p:ph idx="4" type="body"/>
          </p:nvPr>
        </p:nvSpPr>
        <p:spPr>
          <a:xfrm>
            <a:off x="3471863" y="3340100"/>
            <a:ext cx="2916237" cy="4913313"/>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3" name="Google Shape;343;p31"/>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4" name="Google Shape;344;p31"/>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5" name="Google Shape;345;p31"/>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346" name="Shape 346"/>
        <p:cNvGrpSpPr/>
        <p:nvPr/>
      </p:nvGrpSpPr>
      <p:grpSpPr>
        <a:xfrm>
          <a:off x="0" y="0"/>
          <a:ext cx="0" cy="0"/>
          <a:chOff x="0" y="0"/>
          <a:chExt cx="0" cy="0"/>
        </a:xfrm>
      </p:grpSpPr>
      <p:sp>
        <p:nvSpPr>
          <p:cNvPr id="347" name="Google Shape;347;p32"/>
          <p:cNvSpPr txBox="1"/>
          <p:nvPr>
            <p:ph type="title"/>
          </p:nvPr>
        </p:nvSpPr>
        <p:spPr>
          <a:xfrm>
            <a:off x="471488" y="487363"/>
            <a:ext cx="5915025" cy="17668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8" name="Google Shape;348;p32"/>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9" name="Google Shape;349;p32"/>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0" name="Google Shape;350;p32"/>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351" name="Shape 351"/>
        <p:cNvGrpSpPr/>
        <p:nvPr/>
      </p:nvGrpSpPr>
      <p:grpSpPr>
        <a:xfrm>
          <a:off x="0" y="0"/>
          <a:ext cx="0" cy="0"/>
          <a:chOff x="0" y="0"/>
          <a:chExt cx="0" cy="0"/>
        </a:xfrm>
      </p:grpSpPr>
      <p:sp>
        <p:nvSpPr>
          <p:cNvPr id="352" name="Google Shape;352;p33"/>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3" name="Google Shape;353;p33"/>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4" name="Google Shape;354;p33"/>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355" name="Shape 355"/>
        <p:cNvGrpSpPr/>
        <p:nvPr/>
      </p:nvGrpSpPr>
      <p:grpSpPr>
        <a:xfrm>
          <a:off x="0" y="0"/>
          <a:ext cx="0" cy="0"/>
          <a:chOff x="0" y="0"/>
          <a:chExt cx="0" cy="0"/>
        </a:xfrm>
      </p:grpSpPr>
      <p:sp>
        <p:nvSpPr>
          <p:cNvPr id="356" name="Google Shape;356;p34"/>
          <p:cNvSpPr txBox="1"/>
          <p:nvPr>
            <p:ph type="title"/>
          </p:nvPr>
        </p:nvSpPr>
        <p:spPr>
          <a:xfrm>
            <a:off x="473075" y="609600"/>
            <a:ext cx="2211388"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7" name="Google Shape;357;p34"/>
          <p:cNvSpPr txBox="1"/>
          <p:nvPr>
            <p:ph idx="1" type="body"/>
          </p:nvPr>
        </p:nvSpPr>
        <p:spPr>
          <a:xfrm>
            <a:off x="2916238" y="1316038"/>
            <a:ext cx="3471862" cy="64992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358" name="Google Shape;358;p34"/>
          <p:cNvSpPr txBox="1"/>
          <p:nvPr>
            <p:ph idx="2" type="body"/>
          </p:nvPr>
        </p:nvSpPr>
        <p:spPr>
          <a:xfrm>
            <a:off x="473075" y="2743200"/>
            <a:ext cx="2211388" cy="508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59" name="Google Shape;359;p34"/>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0" name="Google Shape;360;p34"/>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1" name="Google Shape;361;p34"/>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362" name="Shape 362"/>
        <p:cNvGrpSpPr/>
        <p:nvPr/>
      </p:nvGrpSpPr>
      <p:grpSpPr>
        <a:xfrm>
          <a:off x="0" y="0"/>
          <a:ext cx="0" cy="0"/>
          <a:chOff x="0" y="0"/>
          <a:chExt cx="0" cy="0"/>
        </a:xfrm>
      </p:grpSpPr>
      <p:sp>
        <p:nvSpPr>
          <p:cNvPr id="363" name="Google Shape;363;p35"/>
          <p:cNvSpPr txBox="1"/>
          <p:nvPr>
            <p:ph type="title"/>
          </p:nvPr>
        </p:nvSpPr>
        <p:spPr>
          <a:xfrm>
            <a:off x="473075" y="609600"/>
            <a:ext cx="2211388" cy="2133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4" name="Google Shape;364;p35"/>
          <p:cNvSpPr/>
          <p:nvPr>
            <p:ph idx="2" type="pic"/>
          </p:nvPr>
        </p:nvSpPr>
        <p:spPr>
          <a:xfrm>
            <a:off x="2916238" y="1316038"/>
            <a:ext cx="3471862" cy="6499225"/>
          </a:xfrm>
          <a:prstGeom prst="rect">
            <a:avLst/>
          </a:prstGeom>
          <a:noFill/>
          <a:ln>
            <a:noFill/>
          </a:ln>
        </p:spPr>
      </p:sp>
      <p:sp>
        <p:nvSpPr>
          <p:cNvPr id="365" name="Google Shape;365;p35"/>
          <p:cNvSpPr txBox="1"/>
          <p:nvPr>
            <p:ph idx="1" type="body"/>
          </p:nvPr>
        </p:nvSpPr>
        <p:spPr>
          <a:xfrm>
            <a:off x="473075" y="2743200"/>
            <a:ext cx="2211388" cy="508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66" name="Google Shape;366;p35"/>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7" name="Google Shape;367;p35"/>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8" name="Google Shape;368;p35"/>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369" name="Shape 369"/>
        <p:cNvGrpSpPr/>
        <p:nvPr/>
      </p:nvGrpSpPr>
      <p:grpSpPr>
        <a:xfrm>
          <a:off x="0" y="0"/>
          <a:ext cx="0" cy="0"/>
          <a:chOff x="0" y="0"/>
          <a:chExt cx="0" cy="0"/>
        </a:xfrm>
      </p:grpSpPr>
      <p:sp>
        <p:nvSpPr>
          <p:cNvPr id="370" name="Google Shape;370;p36"/>
          <p:cNvSpPr txBox="1"/>
          <p:nvPr>
            <p:ph type="title"/>
          </p:nvPr>
        </p:nvSpPr>
        <p:spPr>
          <a:xfrm>
            <a:off x="471488" y="487363"/>
            <a:ext cx="5915025" cy="176688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1" name="Google Shape;371;p36"/>
          <p:cNvSpPr txBox="1"/>
          <p:nvPr>
            <p:ph idx="1" type="body"/>
          </p:nvPr>
        </p:nvSpPr>
        <p:spPr>
          <a:xfrm rot="5400000">
            <a:off x="527845" y="2377282"/>
            <a:ext cx="5802312" cy="59150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2" name="Google Shape;372;p36"/>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3" name="Google Shape;373;p36"/>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4" name="Google Shape;374;p36"/>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is" type="vertTitleAndTx">
  <p:cSld name="VERTICAL_TITLE_AND_VERTICAL_TEXT">
    <p:spTree>
      <p:nvGrpSpPr>
        <p:cNvPr id="375" name="Shape 375"/>
        <p:cNvGrpSpPr/>
        <p:nvPr/>
      </p:nvGrpSpPr>
      <p:grpSpPr>
        <a:xfrm>
          <a:off x="0" y="0"/>
          <a:ext cx="0" cy="0"/>
          <a:chOff x="0" y="0"/>
          <a:chExt cx="0" cy="0"/>
        </a:xfrm>
      </p:grpSpPr>
      <p:sp>
        <p:nvSpPr>
          <p:cNvPr id="376" name="Google Shape;376;p37"/>
          <p:cNvSpPr txBox="1"/>
          <p:nvPr>
            <p:ph type="title"/>
          </p:nvPr>
        </p:nvSpPr>
        <p:spPr>
          <a:xfrm rot="5400000">
            <a:off x="1773238" y="3622675"/>
            <a:ext cx="7748587" cy="14779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7" name="Google Shape;377;p37"/>
          <p:cNvSpPr txBox="1"/>
          <p:nvPr>
            <p:ph idx="1" type="body"/>
          </p:nvPr>
        </p:nvSpPr>
        <p:spPr>
          <a:xfrm rot="5400000">
            <a:off x="-1260474" y="2219325"/>
            <a:ext cx="7748587" cy="428466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8" name="Google Shape;378;p37"/>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9" name="Google Shape;379;p37"/>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0" name="Google Shape;380;p37"/>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slideLayout" Target="../slideLayouts/slideLayout2.xml"/><Relationship Id="rId10" Type="http://schemas.openxmlformats.org/officeDocument/2006/relationships/theme" Target="../theme/theme2.xml"/><Relationship Id="rId9" Type="http://schemas.openxmlformats.org/officeDocument/2006/relationships/slideLayout" Target="../slideLayouts/slideLayout7.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11" Type="http://schemas.openxmlformats.org/officeDocument/2006/relationships/slideLayout" Target="../slideLayouts/slideLayout18.xml"/><Relationship Id="rId10" Type="http://schemas.openxmlformats.org/officeDocument/2006/relationships/slideLayout" Target="../slideLayouts/slideLayout17.xml"/><Relationship Id="rId12" Type="http://schemas.openxmlformats.org/officeDocument/2006/relationships/theme" Target="../theme/theme3.xml"/><Relationship Id="rId9" Type="http://schemas.openxmlformats.org/officeDocument/2006/relationships/slideLayout" Target="../slideLayouts/slideLayout16.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2" Type="http://schemas.openxmlformats.org/officeDocument/2006/relationships/theme" Target="../theme/theme4.xml"/><Relationship Id="rId9" Type="http://schemas.openxmlformats.org/officeDocument/2006/relationships/slideLayout" Target="../slideLayouts/slideLayout27.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idx="1" type="body"/>
          </p:nvPr>
        </p:nvSpPr>
        <p:spPr>
          <a:xfrm>
            <a:off x="342900" y="2133601"/>
            <a:ext cx="6172200" cy="6034617"/>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pic>
        <p:nvPicPr>
          <p:cNvPr id="7" name="Google Shape;7;p6"/>
          <p:cNvPicPr preferRelativeResize="0"/>
          <p:nvPr/>
        </p:nvPicPr>
        <p:blipFill rotWithShape="1">
          <a:blip r:embed="rId1">
            <a:alphaModFix/>
          </a:blip>
          <a:srcRect b="0" l="0" r="0" t="0"/>
          <a:stretch/>
        </p:blipFill>
        <p:spPr>
          <a:xfrm>
            <a:off x="0" y="0"/>
            <a:ext cx="2590800" cy="593090"/>
          </a:xfrm>
          <a:prstGeom prst="rect">
            <a:avLst/>
          </a:prstGeom>
          <a:noFill/>
          <a:ln>
            <a:noFill/>
          </a:ln>
        </p:spPr>
      </p:pic>
      <p:sp>
        <p:nvSpPr>
          <p:cNvPr id="8" name="Google Shape;8;p6"/>
          <p:cNvSpPr/>
          <p:nvPr/>
        </p:nvSpPr>
        <p:spPr>
          <a:xfrm>
            <a:off x="4457700" y="10795"/>
            <a:ext cx="2400300" cy="285750"/>
          </a:xfrm>
          <a:prstGeom prst="roundRect">
            <a:avLst>
              <a:gd fmla="val 16667" name="adj"/>
            </a:avLst>
          </a:prstGeom>
          <a:solidFill>
            <a:srgbClr val="B10F2A"/>
          </a:solidFill>
          <a:ln cap="flat" cmpd="sng" w="25400">
            <a:solidFill>
              <a:srgbClr val="7621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0" i="0" lang="pt-BR" sz="1100" u="none" cap="none" strike="noStrike">
                <a:solidFill>
                  <a:schemeClr val="lt1"/>
                </a:solidFill>
                <a:latin typeface="Calibri"/>
                <a:ea typeface="Calibri"/>
                <a:cs typeface="Calibri"/>
                <a:sym typeface="Calibri"/>
              </a:rPr>
              <a:t>RELATÓRIO TÉCNICO – LCAC E RAC</a:t>
            </a:r>
            <a:endParaRPr b="0" i="0" sz="1100" u="none" cap="none" strike="noStrike">
              <a:solidFill>
                <a:schemeClr val="lt1"/>
              </a:solidFill>
              <a:latin typeface="Calibri"/>
              <a:ea typeface="Calibri"/>
              <a:cs typeface="Calibri"/>
              <a:sym typeface="Calibri"/>
            </a:endParaRPr>
          </a:p>
        </p:txBody>
      </p:sp>
      <p:sp>
        <p:nvSpPr>
          <p:cNvPr id="9" name="Google Shape;9;p6"/>
          <p:cNvSpPr/>
          <p:nvPr/>
        </p:nvSpPr>
        <p:spPr>
          <a:xfrm>
            <a:off x="4457700" y="382270"/>
            <a:ext cx="2400300" cy="285750"/>
          </a:xfrm>
          <a:prstGeom prst="roundRect">
            <a:avLst>
              <a:gd fmla="val 16667" name="adj"/>
            </a:avLst>
          </a:prstGeom>
          <a:solidFill>
            <a:srgbClr val="B10F2A"/>
          </a:solidFill>
          <a:ln cap="flat" cmpd="sng" w="25400">
            <a:solidFill>
              <a:srgbClr val="76210D"/>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15000"/>
              </a:lnSpc>
              <a:spcBef>
                <a:spcPts val="0"/>
              </a:spcBef>
              <a:spcAft>
                <a:spcPts val="0"/>
              </a:spcAft>
              <a:buNone/>
            </a:pPr>
            <a:r>
              <a:rPr b="0" i="0" lang="pt-BR" sz="1100" u="none" cap="none" strike="noStrike">
                <a:solidFill>
                  <a:schemeClr val="lt1"/>
                </a:solidFill>
                <a:latin typeface="Calibri"/>
                <a:ea typeface="Calibri"/>
                <a:cs typeface="Calibri"/>
                <a:sym typeface="Calibri"/>
              </a:rPr>
              <a:t>RT –NWS.E.01-REV.01</a:t>
            </a:r>
            <a:endParaRPr b="0" i="0" sz="1100" u="none" cap="none" strike="noStrike">
              <a:solidFill>
                <a:schemeClr val="lt1"/>
              </a:solidFill>
              <a:latin typeface="Calibri"/>
              <a:ea typeface="Calibri"/>
              <a:cs typeface="Calibri"/>
              <a:sym typeface="Calibri"/>
            </a:endParaRPr>
          </a:p>
        </p:txBody>
      </p:sp>
      <p:pic>
        <p:nvPicPr>
          <p:cNvPr id="10" name="Google Shape;10;p6"/>
          <p:cNvPicPr preferRelativeResize="0"/>
          <p:nvPr/>
        </p:nvPicPr>
        <p:blipFill rotWithShape="1">
          <a:blip r:embed="rId2">
            <a:alphaModFix/>
          </a:blip>
          <a:srcRect b="0" l="0" r="0" t="0"/>
          <a:stretch/>
        </p:blipFill>
        <p:spPr>
          <a:xfrm>
            <a:off x="4798695" y="8672639"/>
            <a:ext cx="2059305" cy="483235"/>
          </a:xfrm>
          <a:prstGeom prst="rect">
            <a:avLst/>
          </a:prstGeom>
          <a:noFill/>
          <a:ln>
            <a:noFill/>
          </a:ln>
        </p:spPr>
      </p:pic>
      <p:sp>
        <p:nvSpPr>
          <p:cNvPr id="11" name="Google Shape;11;p6"/>
          <p:cNvSpPr txBox="1"/>
          <p:nvPr/>
        </p:nvSpPr>
        <p:spPr>
          <a:xfrm>
            <a:off x="-1" y="8949881"/>
            <a:ext cx="6181125" cy="194119"/>
          </a:xfrm>
          <a:prstGeom prst="rect">
            <a:avLst/>
          </a:prstGeom>
          <a:noFill/>
          <a:ln>
            <a:noFill/>
          </a:ln>
        </p:spPr>
        <p:txBody>
          <a:bodyPr anchorCtr="0" anchor="t" bIns="45700" lIns="91425" spcFirstLastPara="1" rIns="91425" wrap="square" tIns="45700">
            <a:noAutofit/>
          </a:bodyPr>
          <a:lstStyle/>
          <a:p>
            <a:pPr indent="0" lvl="0" marL="0" marR="0" rtl="0" algn="ctr">
              <a:lnSpc>
                <a:spcPct val="115000"/>
              </a:lnSpc>
              <a:spcBef>
                <a:spcPts val="0"/>
              </a:spcBef>
              <a:spcAft>
                <a:spcPts val="0"/>
              </a:spcAft>
              <a:buNone/>
            </a:pPr>
            <a:r>
              <a:rPr b="0" i="1" lang="pt-BR" sz="600" u="none" cap="none" strike="noStrike">
                <a:solidFill>
                  <a:srgbClr val="808080"/>
                </a:solidFill>
                <a:latin typeface="Arial"/>
                <a:ea typeface="Arial"/>
                <a:cs typeface="Arial"/>
                <a:sym typeface="Arial"/>
              </a:rPr>
              <a:t>Av. Dr. Chucri Zaidan, 940 - 3º Andar - Vila Cordeiro - São Paulo – SP – CEP: 04583-110</a:t>
            </a:r>
            <a:endParaRPr b="0" i="0" sz="1100" u="none" cap="none" strike="noStrike">
              <a:solidFill>
                <a:schemeClr val="dk1"/>
              </a:solidFill>
              <a:latin typeface="Calibri"/>
              <a:ea typeface="Calibri"/>
              <a:cs typeface="Calibri"/>
              <a:sym typeface="Calibri"/>
            </a:endParaRPr>
          </a:p>
        </p:txBody>
      </p:sp>
      <p:sp>
        <p:nvSpPr>
          <p:cNvPr id="12" name="Google Shape;12;p6"/>
          <p:cNvSpPr txBox="1"/>
          <p:nvPr/>
        </p:nvSpPr>
        <p:spPr>
          <a:xfrm>
            <a:off x="0" y="623661"/>
            <a:ext cx="4005064" cy="131443"/>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1" i="1" lang="pt-BR" sz="700" u="none" cap="none" strike="noStrike">
                <a:solidFill>
                  <a:schemeClr val="dk1"/>
                </a:solidFill>
                <a:latin typeface="Arial"/>
                <a:ea typeface="Arial"/>
                <a:cs typeface="Arial"/>
                <a:sym typeface="Arial"/>
              </a:rPr>
              <a:t>Este Relatório é valido a partir de 01/10/2021 cancelando os anteriores </a:t>
            </a:r>
            <a:endParaRPr b="0" i="0" sz="1100" u="none" cap="none" strike="noStrike">
              <a:solidFill>
                <a:schemeClr val="dk1"/>
              </a:solidFill>
              <a:latin typeface="Calibri"/>
              <a:ea typeface="Calibri"/>
              <a:cs typeface="Calibri"/>
              <a:sym typeface="Calibri"/>
            </a:endParaRPr>
          </a:p>
        </p:txBody>
      </p:sp>
      <p:sp>
        <p:nvSpPr>
          <p:cNvPr id="13" name="Google Shape;13;p6"/>
          <p:cNvSpPr txBox="1"/>
          <p:nvPr/>
        </p:nvSpPr>
        <p:spPr>
          <a:xfrm>
            <a:off x="0" y="755104"/>
            <a:ext cx="3805555" cy="21336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None/>
            </a:pPr>
            <a:r>
              <a:rPr b="1" i="1" lang="pt-BR" sz="700" u="none" cap="none" strike="noStrike">
                <a:solidFill>
                  <a:schemeClr val="dk1"/>
                </a:solidFill>
                <a:latin typeface="Arial"/>
                <a:ea typeface="Arial"/>
                <a:cs typeface="Arial"/>
                <a:sym typeface="Arial"/>
              </a:rPr>
              <a:t>Abrangência</a:t>
            </a:r>
            <a:r>
              <a:rPr b="0" i="1" lang="pt-BR" sz="700" u="none" cap="none" strike="noStrike">
                <a:solidFill>
                  <a:schemeClr val="dk1"/>
                </a:solidFill>
                <a:latin typeface="Arial"/>
                <a:ea typeface="Arial"/>
                <a:cs typeface="Arial"/>
                <a:sym typeface="Arial"/>
              </a:rPr>
              <a:t>: Rede Credenciada – Distribuidores / Revenda</a:t>
            </a:r>
            <a:endParaRPr b="0" i="0" sz="11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 id="2147483652" r:id="rId6"/>
    <p:sldLayoutId id="2147483653" r:id="rId7"/>
    <p:sldLayoutId id="2147483654" r:id="rId8"/>
    <p:sldLayoutId id="2147483655"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1" name="Shape 231"/>
        <p:cNvGrpSpPr/>
        <p:nvPr/>
      </p:nvGrpSpPr>
      <p:grpSpPr>
        <a:xfrm>
          <a:off x="0" y="0"/>
          <a:ext cx="0" cy="0"/>
          <a:chOff x="0" y="0"/>
          <a:chExt cx="0" cy="0"/>
        </a:xfrm>
      </p:grpSpPr>
      <p:sp>
        <p:nvSpPr>
          <p:cNvPr id="232" name="Google Shape;232;p14"/>
          <p:cNvSpPr txBox="1"/>
          <p:nvPr>
            <p:ph type="title"/>
          </p:nvPr>
        </p:nvSpPr>
        <p:spPr>
          <a:xfrm>
            <a:off x="471488" y="487363"/>
            <a:ext cx="5915025" cy="1766887"/>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33" name="Google Shape;233;p14"/>
          <p:cNvSpPr txBox="1"/>
          <p:nvPr>
            <p:ph idx="1" type="body"/>
          </p:nvPr>
        </p:nvSpPr>
        <p:spPr>
          <a:xfrm>
            <a:off x="471488" y="2433638"/>
            <a:ext cx="5915025" cy="5802312"/>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34" name="Google Shape;234;p14"/>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5" name="Google Shape;235;p14"/>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6" name="Google Shape;236;p14"/>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6" name="Shape 306"/>
        <p:cNvGrpSpPr/>
        <p:nvPr/>
      </p:nvGrpSpPr>
      <p:grpSpPr>
        <a:xfrm>
          <a:off x="0" y="0"/>
          <a:ext cx="0" cy="0"/>
          <a:chOff x="0" y="0"/>
          <a:chExt cx="0" cy="0"/>
        </a:xfrm>
      </p:grpSpPr>
      <p:sp>
        <p:nvSpPr>
          <p:cNvPr id="307" name="Google Shape;307;p26"/>
          <p:cNvSpPr txBox="1"/>
          <p:nvPr>
            <p:ph type="title"/>
          </p:nvPr>
        </p:nvSpPr>
        <p:spPr>
          <a:xfrm>
            <a:off x="471488" y="487363"/>
            <a:ext cx="5915025" cy="1766887"/>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8" name="Google Shape;308;p26"/>
          <p:cNvSpPr txBox="1"/>
          <p:nvPr>
            <p:ph idx="1" type="body"/>
          </p:nvPr>
        </p:nvSpPr>
        <p:spPr>
          <a:xfrm>
            <a:off x="471488" y="2433638"/>
            <a:ext cx="5915025" cy="5802312"/>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9" name="Google Shape;309;p26"/>
          <p:cNvSpPr txBox="1"/>
          <p:nvPr>
            <p:ph idx="10" type="dt"/>
          </p:nvPr>
        </p:nvSpPr>
        <p:spPr>
          <a:xfrm>
            <a:off x="471488" y="8475663"/>
            <a:ext cx="1543050" cy="48577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0" name="Google Shape;310;p26"/>
          <p:cNvSpPr txBox="1"/>
          <p:nvPr>
            <p:ph idx="11" type="ftr"/>
          </p:nvPr>
        </p:nvSpPr>
        <p:spPr>
          <a:xfrm>
            <a:off x="2271713" y="8475663"/>
            <a:ext cx="2314575" cy="48577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1" name="Google Shape;311;p26"/>
          <p:cNvSpPr txBox="1"/>
          <p:nvPr>
            <p:ph idx="12" type="sldNum"/>
          </p:nvPr>
        </p:nvSpPr>
        <p:spPr>
          <a:xfrm>
            <a:off x="4843463" y="8475663"/>
            <a:ext cx="1543050" cy="48577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pt-BR"/>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
          <p:cNvSpPr/>
          <p:nvPr/>
        </p:nvSpPr>
        <p:spPr>
          <a:xfrm>
            <a:off x="2033588" y="3000375"/>
            <a:ext cx="4563764"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86" name="Google Shape;386;p1"/>
          <p:cNvSpPr/>
          <p:nvPr/>
        </p:nvSpPr>
        <p:spPr>
          <a:xfrm>
            <a:off x="2026940" y="3381772"/>
            <a:ext cx="1834108"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87" name="Google Shape;387;p1"/>
          <p:cNvSpPr/>
          <p:nvPr/>
        </p:nvSpPr>
        <p:spPr>
          <a:xfrm>
            <a:off x="2033588" y="3779912"/>
            <a:ext cx="4563764"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88" name="Google Shape;388;p1"/>
          <p:cNvSpPr/>
          <p:nvPr/>
        </p:nvSpPr>
        <p:spPr>
          <a:xfrm>
            <a:off x="2033588" y="4188145"/>
            <a:ext cx="4563764"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89" name="Google Shape;389;p1"/>
          <p:cNvSpPr/>
          <p:nvPr/>
        </p:nvSpPr>
        <p:spPr>
          <a:xfrm>
            <a:off x="2026940" y="4576763"/>
            <a:ext cx="4570412"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90" name="Google Shape;390;p1"/>
          <p:cNvSpPr/>
          <p:nvPr/>
        </p:nvSpPr>
        <p:spPr>
          <a:xfrm>
            <a:off x="2026940" y="5220072"/>
            <a:ext cx="4570412"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91" name="Google Shape;391;p1"/>
          <p:cNvSpPr/>
          <p:nvPr/>
        </p:nvSpPr>
        <p:spPr>
          <a:xfrm>
            <a:off x="2026940" y="5599162"/>
            <a:ext cx="4570412"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92" name="Google Shape;392;p1"/>
          <p:cNvSpPr/>
          <p:nvPr/>
        </p:nvSpPr>
        <p:spPr>
          <a:xfrm>
            <a:off x="2026940" y="6012160"/>
            <a:ext cx="2554188"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93" name="Google Shape;393;p1"/>
          <p:cNvSpPr/>
          <p:nvPr/>
        </p:nvSpPr>
        <p:spPr>
          <a:xfrm>
            <a:off x="5134260" y="5993110"/>
            <a:ext cx="1463092"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94" name="Google Shape;394;p1"/>
          <p:cNvSpPr/>
          <p:nvPr/>
        </p:nvSpPr>
        <p:spPr>
          <a:xfrm>
            <a:off x="2026940" y="6412458"/>
            <a:ext cx="4570412"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95" name="Google Shape;395;p1"/>
          <p:cNvSpPr/>
          <p:nvPr/>
        </p:nvSpPr>
        <p:spPr>
          <a:xfrm>
            <a:off x="2026940" y="6804248"/>
            <a:ext cx="4570412" cy="31908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96" name="Google Shape;396;p1"/>
          <p:cNvSpPr/>
          <p:nvPr/>
        </p:nvSpPr>
        <p:spPr>
          <a:xfrm>
            <a:off x="1581150" y="7452320"/>
            <a:ext cx="2063874" cy="447080"/>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97" name="Google Shape;397;p1"/>
          <p:cNvSpPr/>
          <p:nvPr/>
        </p:nvSpPr>
        <p:spPr>
          <a:xfrm>
            <a:off x="4581128" y="7458670"/>
            <a:ext cx="2016224" cy="447080"/>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98" name="Google Shape;398;p1"/>
          <p:cNvSpPr/>
          <p:nvPr/>
        </p:nvSpPr>
        <p:spPr>
          <a:xfrm>
            <a:off x="1581150" y="7969250"/>
            <a:ext cx="1559818" cy="315416"/>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399" name="Google Shape;399;p1"/>
          <p:cNvSpPr/>
          <p:nvPr/>
        </p:nvSpPr>
        <p:spPr>
          <a:xfrm>
            <a:off x="4586734" y="7969250"/>
            <a:ext cx="2010618" cy="309066"/>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400" name="Google Shape;400;p1"/>
          <p:cNvSpPr/>
          <p:nvPr/>
        </p:nvSpPr>
        <p:spPr>
          <a:xfrm>
            <a:off x="1581150" y="8356674"/>
            <a:ext cx="2063874" cy="315416"/>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
          <p:cNvSpPr/>
          <p:nvPr/>
        </p:nvSpPr>
        <p:spPr>
          <a:xfrm>
            <a:off x="5660243" y="6516216"/>
            <a:ext cx="844054" cy="18881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Digite aqui</a:t>
            </a:r>
            <a:endParaRPr sz="900">
              <a:solidFill>
                <a:schemeClr val="dk1"/>
              </a:solidFill>
              <a:latin typeface="Calibri"/>
              <a:ea typeface="Calibri"/>
              <a:cs typeface="Calibri"/>
              <a:sym typeface="Calibri"/>
            </a:endParaRPr>
          </a:p>
        </p:txBody>
      </p:sp>
      <p:sp>
        <p:nvSpPr>
          <p:cNvPr id="406" name="Google Shape;406;p2"/>
          <p:cNvSpPr/>
          <p:nvPr/>
        </p:nvSpPr>
        <p:spPr>
          <a:xfrm>
            <a:off x="3429000" y="1875371"/>
            <a:ext cx="3168300" cy="2376300"/>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Insira a Foto da instalação aqui </a:t>
            </a:r>
            <a:endParaRPr sz="900">
              <a:solidFill>
                <a:schemeClr val="dk1"/>
              </a:solidFill>
              <a:latin typeface="Calibri"/>
              <a:ea typeface="Calibri"/>
              <a:cs typeface="Calibri"/>
              <a:sym typeface="Calibri"/>
            </a:endParaRPr>
          </a:p>
        </p:txBody>
      </p:sp>
      <p:sp>
        <p:nvSpPr>
          <p:cNvPr id="407" name="Google Shape;407;p2"/>
          <p:cNvSpPr/>
          <p:nvPr/>
        </p:nvSpPr>
        <p:spPr>
          <a:xfrm>
            <a:off x="3846817" y="6421809"/>
            <a:ext cx="844054" cy="188813"/>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Digite aqui</a:t>
            </a:r>
            <a:endParaRPr sz="900">
              <a:solidFill>
                <a:schemeClr val="dk1"/>
              </a:solidFill>
              <a:latin typeface="Calibri"/>
              <a:ea typeface="Calibri"/>
              <a:cs typeface="Calibri"/>
              <a:sym typeface="Calibri"/>
            </a:endParaRPr>
          </a:p>
        </p:txBody>
      </p:sp>
      <p:sp>
        <p:nvSpPr>
          <p:cNvPr id="408" name="Google Shape;408;p2"/>
          <p:cNvSpPr/>
          <p:nvPr/>
        </p:nvSpPr>
        <p:spPr>
          <a:xfrm>
            <a:off x="3429000" y="5148064"/>
            <a:ext cx="1261871" cy="1273745"/>
          </a:xfrm>
          <a:prstGeom prst="rect">
            <a:avLst/>
          </a:prstGeom>
          <a:no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2"/>
          <p:cNvSpPr/>
          <p:nvPr/>
        </p:nvSpPr>
        <p:spPr>
          <a:xfrm>
            <a:off x="5119457" y="5148064"/>
            <a:ext cx="1261871" cy="1273745"/>
          </a:xfrm>
          <a:prstGeom prst="rect">
            <a:avLst/>
          </a:prstGeom>
          <a:no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0" name="Google Shape;410;p2"/>
          <p:cNvSpPr/>
          <p:nvPr/>
        </p:nvSpPr>
        <p:spPr>
          <a:xfrm>
            <a:off x="3356992" y="6876256"/>
            <a:ext cx="1440160" cy="1584175"/>
          </a:xfrm>
          <a:prstGeom prst="rect">
            <a:avLst/>
          </a:prstGeom>
          <a:no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1" name="Google Shape;411;p2"/>
          <p:cNvSpPr/>
          <p:nvPr/>
        </p:nvSpPr>
        <p:spPr>
          <a:xfrm>
            <a:off x="5013176" y="6876256"/>
            <a:ext cx="1440160" cy="1584175"/>
          </a:xfrm>
          <a:prstGeom prst="rect">
            <a:avLst/>
          </a:prstGeom>
          <a:noFill/>
          <a:ln cap="flat" cmpd="sng" w="25400">
            <a:solidFill>
              <a:srgbClr val="D8D8D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2" name="Google Shape;412;p2"/>
          <p:cNvSpPr/>
          <p:nvPr/>
        </p:nvSpPr>
        <p:spPr>
          <a:xfrm>
            <a:off x="3429000" y="5148064"/>
            <a:ext cx="1296144" cy="12241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dk1"/>
                </a:solidFill>
                <a:latin typeface="Calibri"/>
                <a:ea typeface="Calibri"/>
                <a:cs typeface="Calibri"/>
                <a:sym typeface="Calibri"/>
              </a:rPr>
              <a:t>Insira as foto aqui</a:t>
            </a:r>
            <a:endParaRPr sz="1800">
              <a:solidFill>
                <a:schemeClr val="dk1"/>
              </a:solidFill>
              <a:latin typeface="Calibri"/>
              <a:ea typeface="Calibri"/>
              <a:cs typeface="Calibri"/>
              <a:sym typeface="Calibri"/>
            </a:endParaRPr>
          </a:p>
        </p:txBody>
      </p:sp>
      <p:sp>
        <p:nvSpPr>
          <p:cNvPr id="413" name="Google Shape;413;p2"/>
          <p:cNvSpPr/>
          <p:nvPr/>
        </p:nvSpPr>
        <p:spPr>
          <a:xfrm>
            <a:off x="5085184" y="5148064"/>
            <a:ext cx="1296144" cy="122413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dk1"/>
                </a:solidFill>
                <a:latin typeface="Calibri"/>
                <a:ea typeface="Calibri"/>
                <a:cs typeface="Calibri"/>
                <a:sym typeface="Calibri"/>
              </a:rPr>
              <a:t>Insira as foto aqui</a:t>
            </a:r>
            <a:endParaRPr sz="1800">
              <a:solidFill>
                <a:schemeClr val="dk1"/>
              </a:solidFill>
              <a:latin typeface="Calibri"/>
              <a:ea typeface="Calibri"/>
              <a:cs typeface="Calibri"/>
              <a:sym typeface="Calibri"/>
            </a:endParaRPr>
          </a:p>
        </p:txBody>
      </p:sp>
      <p:sp>
        <p:nvSpPr>
          <p:cNvPr id="414" name="Google Shape;414;p2"/>
          <p:cNvSpPr/>
          <p:nvPr/>
        </p:nvSpPr>
        <p:spPr>
          <a:xfrm>
            <a:off x="3356992" y="6876256"/>
            <a:ext cx="1368152" cy="15841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dk1"/>
                </a:solidFill>
                <a:latin typeface="Calibri"/>
                <a:ea typeface="Calibri"/>
                <a:cs typeface="Calibri"/>
                <a:sym typeface="Calibri"/>
              </a:rPr>
              <a:t>Insira as foto aqui</a:t>
            </a:r>
            <a:endParaRPr sz="1800">
              <a:solidFill>
                <a:schemeClr val="dk1"/>
              </a:solidFill>
              <a:latin typeface="Calibri"/>
              <a:ea typeface="Calibri"/>
              <a:cs typeface="Calibri"/>
              <a:sym typeface="Calibri"/>
            </a:endParaRPr>
          </a:p>
        </p:txBody>
      </p:sp>
      <p:sp>
        <p:nvSpPr>
          <p:cNvPr id="415" name="Google Shape;415;p2"/>
          <p:cNvSpPr/>
          <p:nvPr/>
        </p:nvSpPr>
        <p:spPr>
          <a:xfrm>
            <a:off x="5013176" y="6876256"/>
            <a:ext cx="1368152" cy="1584176"/>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800">
                <a:solidFill>
                  <a:schemeClr val="dk1"/>
                </a:solidFill>
                <a:latin typeface="Calibri"/>
                <a:ea typeface="Calibri"/>
                <a:cs typeface="Calibri"/>
                <a:sym typeface="Calibri"/>
              </a:rPr>
              <a:t>Insira as foto aqui</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
          <p:cNvSpPr/>
          <p:nvPr/>
        </p:nvSpPr>
        <p:spPr>
          <a:xfrm>
            <a:off x="260648" y="1606972"/>
            <a:ext cx="1944216" cy="372740"/>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421" name="Google Shape;421;p3"/>
          <p:cNvSpPr/>
          <p:nvPr/>
        </p:nvSpPr>
        <p:spPr>
          <a:xfrm>
            <a:off x="2505596" y="1606972"/>
            <a:ext cx="4091756" cy="372740"/>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422" name="Google Shape;422;p3"/>
          <p:cNvSpPr/>
          <p:nvPr/>
        </p:nvSpPr>
        <p:spPr>
          <a:xfrm>
            <a:off x="324148" y="2297390"/>
            <a:ext cx="6336600" cy="876900"/>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423" name="Google Shape;423;p3"/>
          <p:cNvSpPr/>
          <p:nvPr/>
        </p:nvSpPr>
        <p:spPr>
          <a:xfrm>
            <a:off x="260648" y="3491880"/>
            <a:ext cx="6336704" cy="504056"/>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 </a:t>
            </a:r>
            <a:endParaRPr sz="1200">
              <a:solidFill>
                <a:schemeClr val="dk1"/>
              </a:solidFill>
              <a:latin typeface="Calibri"/>
              <a:ea typeface="Calibri"/>
              <a:cs typeface="Calibri"/>
              <a:sym typeface="Calibri"/>
            </a:endParaRPr>
          </a:p>
        </p:txBody>
      </p:sp>
      <p:sp>
        <p:nvSpPr>
          <p:cNvPr id="424" name="Google Shape;424;p3"/>
          <p:cNvSpPr/>
          <p:nvPr/>
        </p:nvSpPr>
        <p:spPr>
          <a:xfrm>
            <a:off x="2683520" y="4283968"/>
            <a:ext cx="288032"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sp>
        <p:nvSpPr>
          <p:cNvPr id="425" name="Google Shape;425;p3"/>
          <p:cNvSpPr/>
          <p:nvPr/>
        </p:nvSpPr>
        <p:spPr>
          <a:xfrm>
            <a:off x="3573016" y="4283968"/>
            <a:ext cx="288032"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sp>
        <p:nvSpPr>
          <p:cNvPr id="426" name="Google Shape;426;p3"/>
          <p:cNvSpPr/>
          <p:nvPr/>
        </p:nvSpPr>
        <p:spPr>
          <a:xfrm>
            <a:off x="3926656" y="4978896"/>
            <a:ext cx="288032"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sp>
        <p:nvSpPr>
          <p:cNvPr id="427" name="Google Shape;427;p3"/>
          <p:cNvSpPr/>
          <p:nvPr/>
        </p:nvSpPr>
        <p:spPr>
          <a:xfrm>
            <a:off x="3284984" y="4986238"/>
            <a:ext cx="288032"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00">
              <a:solidFill>
                <a:schemeClr val="dk1"/>
              </a:solidFill>
              <a:latin typeface="Calibri"/>
              <a:ea typeface="Calibri"/>
              <a:cs typeface="Calibri"/>
              <a:sym typeface="Calibri"/>
            </a:endParaRPr>
          </a:p>
        </p:txBody>
      </p:sp>
      <p:sp>
        <p:nvSpPr>
          <p:cNvPr id="428" name="Google Shape;428;p3"/>
          <p:cNvSpPr/>
          <p:nvPr/>
        </p:nvSpPr>
        <p:spPr>
          <a:xfrm>
            <a:off x="4299446" y="5292080"/>
            <a:ext cx="2009874"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Digite aqui</a:t>
            </a:r>
            <a:endParaRPr sz="1200">
              <a:solidFill>
                <a:schemeClr val="dk1"/>
              </a:solidFill>
              <a:latin typeface="Calibri"/>
              <a:ea typeface="Calibri"/>
              <a:cs typeface="Calibri"/>
              <a:sym typeface="Calibri"/>
            </a:endParaRPr>
          </a:p>
        </p:txBody>
      </p:sp>
      <p:sp>
        <p:nvSpPr>
          <p:cNvPr id="429" name="Google Shape;429;p3"/>
          <p:cNvSpPr/>
          <p:nvPr/>
        </p:nvSpPr>
        <p:spPr>
          <a:xfrm>
            <a:off x="324148" y="6876256"/>
            <a:ext cx="656580" cy="216024"/>
          </a:xfrm>
          <a:prstGeom prst="rect">
            <a:avLst/>
          </a:prstGeom>
          <a:noFill/>
          <a:ln cap="flat" cmpd="sng" w="25400">
            <a:solidFill>
              <a:srgbClr val="7F7F7F"/>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X/Y”  /  X/Y”</a:t>
            </a:r>
            <a:endParaRPr sz="900">
              <a:solidFill>
                <a:schemeClr val="dk1"/>
              </a:solidFill>
              <a:latin typeface="Calibri"/>
              <a:ea typeface="Calibri"/>
              <a:cs typeface="Calibri"/>
              <a:sym typeface="Calibri"/>
            </a:endParaRPr>
          </a:p>
        </p:txBody>
      </p:sp>
      <p:sp>
        <p:nvSpPr>
          <p:cNvPr id="430" name="Google Shape;430;p3"/>
          <p:cNvSpPr/>
          <p:nvPr/>
        </p:nvSpPr>
        <p:spPr>
          <a:xfrm>
            <a:off x="739304" y="7524328"/>
            <a:ext cx="544314"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xxxx</a:t>
            </a:r>
            <a:endParaRPr sz="1200">
              <a:solidFill>
                <a:schemeClr val="dk1"/>
              </a:solidFill>
              <a:latin typeface="Calibri"/>
              <a:ea typeface="Calibri"/>
              <a:cs typeface="Calibri"/>
              <a:sym typeface="Calibri"/>
            </a:endParaRPr>
          </a:p>
        </p:txBody>
      </p:sp>
      <p:sp>
        <p:nvSpPr>
          <p:cNvPr id="431" name="Google Shape;431;p3"/>
          <p:cNvSpPr/>
          <p:nvPr/>
        </p:nvSpPr>
        <p:spPr>
          <a:xfrm>
            <a:off x="1628800" y="7304459"/>
            <a:ext cx="544314"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xxx</a:t>
            </a:r>
            <a:endParaRPr sz="1200">
              <a:solidFill>
                <a:schemeClr val="dk1"/>
              </a:solidFill>
              <a:latin typeface="Calibri"/>
              <a:ea typeface="Calibri"/>
              <a:cs typeface="Calibri"/>
              <a:sym typeface="Calibri"/>
            </a:endParaRPr>
          </a:p>
        </p:txBody>
      </p:sp>
      <p:sp>
        <p:nvSpPr>
          <p:cNvPr id="432" name="Google Shape;432;p3"/>
          <p:cNvSpPr/>
          <p:nvPr/>
        </p:nvSpPr>
        <p:spPr>
          <a:xfrm>
            <a:off x="5517232" y="6585272"/>
            <a:ext cx="544314"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xxxx</a:t>
            </a:r>
            <a:endParaRPr sz="900">
              <a:solidFill>
                <a:schemeClr val="dk1"/>
              </a:solidFill>
              <a:latin typeface="Calibri"/>
              <a:ea typeface="Calibri"/>
              <a:cs typeface="Calibri"/>
              <a:sym typeface="Calibri"/>
            </a:endParaRPr>
          </a:p>
        </p:txBody>
      </p:sp>
      <p:sp>
        <p:nvSpPr>
          <p:cNvPr id="433" name="Google Shape;433;p3"/>
          <p:cNvSpPr/>
          <p:nvPr/>
        </p:nvSpPr>
        <p:spPr>
          <a:xfrm>
            <a:off x="5526980" y="6888956"/>
            <a:ext cx="544314"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xxxx</a:t>
            </a:r>
            <a:endParaRPr sz="900">
              <a:solidFill>
                <a:schemeClr val="dk1"/>
              </a:solidFill>
              <a:latin typeface="Calibri"/>
              <a:ea typeface="Calibri"/>
              <a:cs typeface="Calibri"/>
              <a:sym typeface="Calibri"/>
            </a:endParaRPr>
          </a:p>
        </p:txBody>
      </p:sp>
      <p:sp>
        <p:nvSpPr>
          <p:cNvPr id="434" name="Google Shape;434;p3"/>
          <p:cNvSpPr/>
          <p:nvPr/>
        </p:nvSpPr>
        <p:spPr>
          <a:xfrm>
            <a:off x="5520258" y="7865318"/>
            <a:ext cx="544314"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xxxx</a:t>
            </a:r>
            <a:endParaRPr sz="900">
              <a:solidFill>
                <a:schemeClr val="dk1"/>
              </a:solidFill>
              <a:latin typeface="Calibri"/>
              <a:ea typeface="Calibri"/>
              <a:cs typeface="Calibri"/>
              <a:sym typeface="Calibri"/>
            </a:endParaRPr>
          </a:p>
        </p:txBody>
      </p:sp>
      <p:sp>
        <p:nvSpPr>
          <p:cNvPr id="435" name="Google Shape;435;p3"/>
          <p:cNvSpPr/>
          <p:nvPr/>
        </p:nvSpPr>
        <p:spPr>
          <a:xfrm>
            <a:off x="5517232" y="7524328"/>
            <a:ext cx="544314"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xxxx</a:t>
            </a:r>
            <a:endParaRPr sz="900">
              <a:solidFill>
                <a:schemeClr val="dk1"/>
              </a:solidFill>
              <a:latin typeface="Calibri"/>
              <a:ea typeface="Calibri"/>
              <a:cs typeface="Calibri"/>
              <a:sym typeface="Calibri"/>
            </a:endParaRPr>
          </a:p>
        </p:txBody>
      </p:sp>
      <p:sp>
        <p:nvSpPr>
          <p:cNvPr id="436" name="Google Shape;436;p3"/>
          <p:cNvSpPr/>
          <p:nvPr/>
        </p:nvSpPr>
        <p:spPr>
          <a:xfrm>
            <a:off x="5517232" y="7200292"/>
            <a:ext cx="544314"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xxxx</a:t>
            </a:r>
            <a:endParaRPr sz="900">
              <a:solidFill>
                <a:schemeClr val="dk1"/>
              </a:solidFill>
              <a:latin typeface="Calibri"/>
              <a:ea typeface="Calibri"/>
              <a:cs typeface="Calibri"/>
              <a:sym typeface="Calibri"/>
            </a:endParaRPr>
          </a:p>
        </p:txBody>
      </p:sp>
      <p:sp>
        <p:nvSpPr>
          <p:cNvPr id="437" name="Google Shape;437;p3"/>
          <p:cNvSpPr/>
          <p:nvPr/>
        </p:nvSpPr>
        <p:spPr>
          <a:xfrm>
            <a:off x="4805189" y="6584602"/>
            <a:ext cx="656580" cy="216024"/>
          </a:xfrm>
          <a:prstGeom prst="rect">
            <a:avLst/>
          </a:prstGeom>
          <a:noFill/>
          <a:ln cap="flat" cmpd="sng" w="25400">
            <a:solidFill>
              <a:srgbClr val="7F7F7F"/>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X/Y”  /  X/Y”</a:t>
            </a:r>
            <a:endParaRPr sz="900">
              <a:solidFill>
                <a:schemeClr val="dk1"/>
              </a:solidFill>
              <a:latin typeface="Calibri"/>
              <a:ea typeface="Calibri"/>
              <a:cs typeface="Calibri"/>
              <a:sym typeface="Calibri"/>
            </a:endParaRPr>
          </a:p>
        </p:txBody>
      </p:sp>
      <p:sp>
        <p:nvSpPr>
          <p:cNvPr id="438" name="Google Shape;438;p3"/>
          <p:cNvSpPr/>
          <p:nvPr/>
        </p:nvSpPr>
        <p:spPr>
          <a:xfrm>
            <a:off x="4797549" y="6898257"/>
            <a:ext cx="656580" cy="216024"/>
          </a:xfrm>
          <a:prstGeom prst="rect">
            <a:avLst/>
          </a:prstGeom>
          <a:noFill/>
          <a:ln cap="flat" cmpd="sng" w="25400">
            <a:solidFill>
              <a:srgbClr val="7F7F7F"/>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X/Y”  /  X/Y”</a:t>
            </a:r>
            <a:endParaRPr sz="900">
              <a:solidFill>
                <a:schemeClr val="dk1"/>
              </a:solidFill>
              <a:latin typeface="Calibri"/>
              <a:ea typeface="Calibri"/>
              <a:cs typeface="Calibri"/>
              <a:sym typeface="Calibri"/>
            </a:endParaRPr>
          </a:p>
        </p:txBody>
      </p:sp>
      <p:sp>
        <p:nvSpPr>
          <p:cNvPr id="439" name="Google Shape;439;p3"/>
          <p:cNvSpPr/>
          <p:nvPr/>
        </p:nvSpPr>
        <p:spPr>
          <a:xfrm>
            <a:off x="4788024" y="7196447"/>
            <a:ext cx="656580" cy="216024"/>
          </a:xfrm>
          <a:prstGeom prst="rect">
            <a:avLst/>
          </a:prstGeom>
          <a:noFill/>
          <a:ln cap="flat" cmpd="sng" w="25400">
            <a:solidFill>
              <a:srgbClr val="7F7F7F"/>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X/Y”  /  X/Y”</a:t>
            </a:r>
            <a:endParaRPr sz="900">
              <a:solidFill>
                <a:schemeClr val="dk1"/>
              </a:solidFill>
              <a:latin typeface="Calibri"/>
              <a:ea typeface="Calibri"/>
              <a:cs typeface="Calibri"/>
              <a:sym typeface="Calibri"/>
            </a:endParaRPr>
          </a:p>
        </p:txBody>
      </p:sp>
      <p:sp>
        <p:nvSpPr>
          <p:cNvPr id="440" name="Google Shape;440;p3"/>
          <p:cNvSpPr/>
          <p:nvPr/>
        </p:nvSpPr>
        <p:spPr>
          <a:xfrm>
            <a:off x="4797549" y="7533369"/>
            <a:ext cx="656580" cy="216024"/>
          </a:xfrm>
          <a:prstGeom prst="rect">
            <a:avLst/>
          </a:prstGeom>
          <a:noFill/>
          <a:ln cap="flat" cmpd="sng" w="25400">
            <a:solidFill>
              <a:srgbClr val="7F7F7F"/>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X/Y”  /  X/Y”</a:t>
            </a:r>
            <a:endParaRPr sz="900">
              <a:solidFill>
                <a:schemeClr val="dk1"/>
              </a:solidFill>
              <a:latin typeface="Calibri"/>
              <a:ea typeface="Calibri"/>
              <a:cs typeface="Calibri"/>
              <a:sym typeface="Calibri"/>
            </a:endParaRPr>
          </a:p>
        </p:txBody>
      </p:sp>
      <p:sp>
        <p:nvSpPr>
          <p:cNvPr id="441" name="Google Shape;441;p3"/>
          <p:cNvSpPr/>
          <p:nvPr/>
        </p:nvSpPr>
        <p:spPr>
          <a:xfrm>
            <a:off x="4812258" y="7865318"/>
            <a:ext cx="656580" cy="216024"/>
          </a:xfrm>
          <a:prstGeom prst="rect">
            <a:avLst/>
          </a:prstGeom>
          <a:noFill/>
          <a:ln cap="flat" cmpd="sng" w="25400">
            <a:solidFill>
              <a:srgbClr val="7F7F7F"/>
            </a:solidFill>
            <a:prstDash val="solid"/>
            <a:round/>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X/Y”  /  X/Y”</a:t>
            </a:r>
            <a:endParaRPr sz="900">
              <a:solidFill>
                <a:schemeClr val="dk1"/>
              </a:solidFill>
              <a:latin typeface="Calibri"/>
              <a:ea typeface="Calibri"/>
              <a:cs typeface="Calibri"/>
              <a:sym typeface="Calibri"/>
            </a:endParaRPr>
          </a:p>
        </p:txBody>
      </p:sp>
      <p:sp>
        <p:nvSpPr>
          <p:cNvPr id="442" name="Google Shape;442;p3"/>
          <p:cNvSpPr txBox="1"/>
          <p:nvPr/>
        </p:nvSpPr>
        <p:spPr>
          <a:xfrm>
            <a:off x="3492445" y="4951727"/>
            <a:ext cx="37120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pt-BR" sz="1200">
                <a:solidFill>
                  <a:schemeClr val="dk1"/>
                </a:solidFill>
                <a:latin typeface="Calibri"/>
                <a:ea typeface="Calibri"/>
                <a:cs typeface="Calibri"/>
                <a:sym typeface="Calibri"/>
              </a:rPr>
              <a:t>Sim </a:t>
            </a:r>
            <a:endParaRPr b="0" sz="1200">
              <a:solidFill>
                <a:schemeClr val="dk1"/>
              </a:solidFill>
              <a:latin typeface="Calibri"/>
              <a:ea typeface="Calibri"/>
              <a:cs typeface="Calibri"/>
              <a:sym typeface="Calibri"/>
            </a:endParaRPr>
          </a:p>
        </p:txBody>
      </p:sp>
      <p:sp>
        <p:nvSpPr>
          <p:cNvPr id="443" name="Google Shape;443;p3"/>
          <p:cNvSpPr/>
          <p:nvPr/>
        </p:nvSpPr>
        <p:spPr>
          <a:xfrm>
            <a:off x="2265462" y="7943911"/>
            <a:ext cx="544314"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xxx</a:t>
            </a:r>
            <a:endParaRPr sz="1200">
              <a:solidFill>
                <a:schemeClr val="dk1"/>
              </a:solidFill>
              <a:latin typeface="Calibri"/>
              <a:ea typeface="Calibri"/>
              <a:cs typeface="Calibri"/>
              <a:sym typeface="Calibri"/>
            </a:endParaRPr>
          </a:p>
        </p:txBody>
      </p:sp>
      <p:sp>
        <p:nvSpPr>
          <p:cNvPr id="444" name="Google Shape;444;p3"/>
          <p:cNvSpPr/>
          <p:nvPr/>
        </p:nvSpPr>
        <p:spPr>
          <a:xfrm>
            <a:off x="2265462" y="8181093"/>
            <a:ext cx="544314" cy="216024"/>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xxx</a:t>
            </a:r>
            <a:endParaRPr sz="12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
          <p:cNvSpPr/>
          <p:nvPr/>
        </p:nvSpPr>
        <p:spPr>
          <a:xfrm>
            <a:off x="5229200" y="5238750"/>
            <a:ext cx="1146200" cy="188590"/>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Digite aqui</a:t>
            </a:r>
            <a:endParaRPr sz="900">
              <a:solidFill>
                <a:schemeClr val="dk1"/>
              </a:solidFill>
              <a:latin typeface="Calibri"/>
              <a:ea typeface="Calibri"/>
              <a:cs typeface="Calibri"/>
              <a:sym typeface="Calibri"/>
            </a:endParaRPr>
          </a:p>
        </p:txBody>
      </p:sp>
      <p:sp>
        <p:nvSpPr>
          <p:cNvPr id="450" name="Google Shape;450;p4"/>
          <p:cNvSpPr/>
          <p:nvPr/>
        </p:nvSpPr>
        <p:spPr>
          <a:xfrm>
            <a:off x="5229200" y="5467350"/>
            <a:ext cx="1146200" cy="180578"/>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Digite aqui</a:t>
            </a:r>
            <a:endParaRPr sz="900">
              <a:solidFill>
                <a:schemeClr val="dk1"/>
              </a:solidFill>
              <a:latin typeface="Calibri"/>
              <a:ea typeface="Calibri"/>
              <a:cs typeface="Calibri"/>
              <a:sym typeface="Calibri"/>
            </a:endParaRPr>
          </a:p>
        </p:txBody>
      </p:sp>
      <p:sp>
        <p:nvSpPr>
          <p:cNvPr id="451" name="Google Shape;451;p4"/>
          <p:cNvSpPr/>
          <p:nvPr/>
        </p:nvSpPr>
        <p:spPr>
          <a:xfrm>
            <a:off x="5229200" y="5683250"/>
            <a:ext cx="1146200" cy="180702"/>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Digite aqui</a:t>
            </a:r>
            <a:endParaRPr sz="900">
              <a:solidFill>
                <a:schemeClr val="dk1"/>
              </a:solidFill>
              <a:latin typeface="Calibri"/>
              <a:ea typeface="Calibri"/>
              <a:cs typeface="Calibri"/>
              <a:sym typeface="Calibri"/>
            </a:endParaRPr>
          </a:p>
        </p:txBody>
      </p:sp>
      <p:sp>
        <p:nvSpPr>
          <p:cNvPr id="452" name="Google Shape;452;p4"/>
          <p:cNvSpPr/>
          <p:nvPr/>
        </p:nvSpPr>
        <p:spPr>
          <a:xfrm>
            <a:off x="5655890" y="6654527"/>
            <a:ext cx="844054" cy="197123"/>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Digite aqui</a:t>
            </a:r>
            <a:endParaRPr sz="900">
              <a:solidFill>
                <a:schemeClr val="dk1"/>
              </a:solidFill>
              <a:latin typeface="Calibri"/>
              <a:ea typeface="Calibri"/>
              <a:cs typeface="Calibri"/>
              <a:sym typeface="Calibri"/>
            </a:endParaRPr>
          </a:p>
        </p:txBody>
      </p:sp>
      <p:sp>
        <p:nvSpPr>
          <p:cNvPr id="453" name="Google Shape;453;p4"/>
          <p:cNvSpPr/>
          <p:nvPr/>
        </p:nvSpPr>
        <p:spPr>
          <a:xfrm>
            <a:off x="5655890" y="6889749"/>
            <a:ext cx="844054" cy="184151"/>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Digite aqui</a:t>
            </a:r>
            <a:endParaRPr sz="900">
              <a:solidFill>
                <a:schemeClr val="dk1"/>
              </a:solidFill>
              <a:latin typeface="Calibri"/>
              <a:ea typeface="Calibri"/>
              <a:cs typeface="Calibri"/>
              <a:sym typeface="Calibri"/>
            </a:endParaRPr>
          </a:p>
        </p:txBody>
      </p:sp>
      <p:sp>
        <p:nvSpPr>
          <p:cNvPr id="454" name="Google Shape;454;p4"/>
          <p:cNvSpPr/>
          <p:nvPr/>
        </p:nvSpPr>
        <p:spPr>
          <a:xfrm>
            <a:off x="5655890" y="7118349"/>
            <a:ext cx="844054" cy="188813"/>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Digite aqui</a:t>
            </a:r>
            <a:endParaRPr sz="900">
              <a:solidFill>
                <a:schemeClr val="dk1"/>
              </a:solidFill>
              <a:latin typeface="Calibri"/>
              <a:ea typeface="Calibri"/>
              <a:cs typeface="Calibri"/>
              <a:sym typeface="Calibri"/>
            </a:endParaRPr>
          </a:p>
        </p:txBody>
      </p:sp>
      <p:sp>
        <p:nvSpPr>
          <p:cNvPr id="455" name="Google Shape;455;p4"/>
          <p:cNvSpPr/>
          <p:nvPr/>
        </p:nvSpPr>
        <p:spPr>
          <a:xfrm>
            <a:off x="3657724" y="7668344"/>
            <a:ext cx="844054" cy="1008112"/>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Insira a foto aqui U-V</a:t>
            </a:r>
            <a:endParaRPr sz="900">
              <a:solidFill>
                <a:schemeClr val="dk1"/>
              </a:solidFill>
              <a:latin typeface="Calibri"/>
              <a:ea typeface="Calibri"/>
              <a:cs typeface="Calibri"/>
              <a:sym typeface="Calibri"/>
            </a:endParaRPr>
          </a:p>
        </p:txBody>
      </p:sp>
      <p:sp>
        <p:nvSpPr>
          <p:cNvPr id="456" name="Google Shape;456;p4"/>
          <p:cNvSpPr/>
          <p:nvPr/>
        </p:nvSpPr>
        <p:spPr>
          <a:xfrm>
            <a:off x="4658903" y="7668344"/>
            <a:ext cx="844054" cy="1008112"/>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Insira a foto aqui V-W</a:t>
            </a:r>
            <a:endParaRPr sz="900">
              <a:solidFill>
                <a:schemeClr val="dk1"/>
              </a:solidFill>
              <a:latin typeface="Calibri"/>
              <a:ea typeface="Calibri"/>
              <a:cs typeface="Calibri"/>
              <a:sym typeface="Calibri"/>
            </a:endParaRPr>
          </a:p>
        </p:txBody>
      </p:sp>
      <p:sp>
        <p:nvSpPr>
          <p:cNvPr id="457" name="Google Shape;457;p4"/>
          <p:cNvSpPr/>
          <p:nvPr/>
        </p:nvSpPr>
        <p:spPr>
          <a:xfrm>
            <a:off x="5660243" y="7668344"/>
            <a:ext cx="844054" cy="1008112"/>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Insira a foto aqui W-U</a:t>
            </a:r>
            <a:endParaRPr sz="900">
              <a:solidFill>
                <a:schemeClr val="dk1"/>
              </a:solidFill>
              <a:latin typeface="Calibri"/>
              <a:ea typeface="Calibri"/>
              <a:cs typeface="Calibri"/>
              <a:sym typeface="Calibri"/>
            </a:endParaRPr>
          </a:p>
        </p:txBody>
      </p:sp>
      <p:sp>
        <p:nvSpPr>
          <p:cNvPr id="458" name="Google Shape;458;p4"/>
          <p:cNvSpPr/>
          <p:nvPr/>
        </p:nvSpPr>
        <p:spPr>
          <a:xfrm>
            <a:off x="3789040" y="1691679"/>
            <a:ext cx="2710903" cy="1296145"/>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Insira a foto aqui</a:t>
            </a:r>
            <a:r>
              <a:rPr lang="pt-BR" sz="900">
                <a:solidFill>
                  <a:srgbClr val="FF0000"/>
                </a:solidFill>
                <a:latin typeface="Calibri"/>
                <a:ea typeface="Calibri"/>
                <a:cs typeface="Calibri"/>
                <a:sym typeface="Calibri"/>
              </a:rPr>
              <a:t> </a:t>
            </a:r>
            <a:endParaRPr sz="900">
              <a:solidFill>
                <a:srgbClr val="FF0000"/>
              </a:solidFill>
              <a:latin typeface="Calibri"/>
              <a:ea typeface="Calibri"/>
              <a:cs typeface="Calibri"/>
              <a:sym typeface="Calibri"/>
            </a:endParaRPr>
          </a:p>
        </p:txBody>
      </p:sp>
      <p:sp>
        <p:nvSpPr>
          <p:cNvPr id="459" name="Google Shape;459;p4"/>
          <p:cNvSpPr/>
          <p:nvPr/>
        </p:nvSpPr>
        <p:spPr>
          <a:xfrm>
            <a:off x="3789040" y="2987824"/>
            <a:ext cx="2710903" cy="1225129"/>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900">
                <a:solidFill>
                  <a:schemeClr val="dk1"/>
                </a:solidFill>
                <a:latin typeface="Calibri"/>
                <a:ea typeface="Calibri"/>
                <a:cs typeface="Calibri"/>
                <a:sym typeface="Calibri"/>
              </a:rPr>
              <a:t>Insira a foto aqui</a:t>
            </a:r>
            <a:r>
              <a:rPr lang="pt-BR" sz="900">
                <a:solidFill>
                  <a:srgbClr val="FF0000"/>
                </a:solidFill>
                <a:latin typeface="Calibri"/>
                <a:ea typeface="Calibri"/>
                <a:cs typeface="Calibri"/>
                <a:sym typeface="Calibri"/>
              </a:rPr>
              <a:t> </a:t>
            </a:r>
            <a:endParaRPr sz="900">
              <a:solidFill>
                <a:srgbClr val="FF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
          <p:cNvSpPr/>
          <p:nvPr/>
        </p:nvSpPr>
        <p:spPr>
          <a:xfrm>
            <a:off x="238948" y="1629572"/>
            <a:ext cx="6380100" cy="4536600"/>
          </a:xfrm>
          <a:prstGeom prst="rect">
            <a:avLst/>
          </a:prstGeom>
          <a:no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pt-BR" sz="1200">
                <a:solidFill>
                  <a:schemeClr val="dk1"/>
                </a:solidFill>
                <a:latin typeface="Calibri"/>
                <a:ea typeface="Calibri"/>
                <a:cs typeface="Calibri"/>
                <a:sym typeface="Calibri"/>
              </a:rPr>
              <a:t>Insira a foto do Compressor mostrando a etiqueta aqui </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Amarelo">
      <a:dk1>
        <a:srgbClr val="000000"/>
      </a:dk1>
      <a:lt1>
        <a:srgbClr val="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Personalizar design">
  <a:themeElements>
    <a:clrScheme name="Escritório">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ersonalizar design">
  <a:themeElements>
    <a:clrScheme name="Escritório">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2019-09-28T11:59:37Z</dcterms:created>
  <dc:creator>avieira.souza</dc:creator>
</cp:coreProperties>
</file>